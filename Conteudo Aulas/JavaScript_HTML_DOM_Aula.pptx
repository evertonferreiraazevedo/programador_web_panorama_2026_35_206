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JavaScript +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Como o JavaScript interage com uma página Web?</a:t>
            </a:r>
          </a:p>
          <a:p>
            <a:pPr>
              <a:spcAft>
                <a:spcPts val="800"/>
              </a:spcAft>
              <a:defRPr sz="2000"/>
            </a:pPr>
            <a:r>
              <a:t>Unidade Curricular: Elaborar projetos de aplicações para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Entender como JavaScript acessa o HTML</a:t>
            </a:r>
          </a:p>
          <a:p>
            <a:pPr>
              <a:spcAft>
                <a:spcPts val="800"/>
              </a:spcAft>
              <a:defRPr sz="2000"/>
            </a:pPr>
            <a:r>
              <a:t>Conhecer o DOM</a:t>
            </a:r>
          </a:p>
          <a:p>
            <a:pPr>
              <a:spcAft>
                <a:spcPts val="800"/>
              </a:spcAft>
              <a:defRPr sz="2000"/>
            </a:pPr>
            <a:r>
              <a:t>Capturar eventos e dados de formulários</a:t>
            </a:r>
          </a:p>
          <a:p>
            <a:pPr>
              <a:spcAft>
                <a:spcPts val="800"/>
              </a:spcAft>
              <a:defRPr sz="2000"/>
            </a:pPr>
            <a:r>
              <a:t>Alterar conteúdo, estilos e classes</a:t>
            </a:r>
          </a:p>
          <a:p>
            <a:pPr>
              <a:spcAft>
                <a:spcPts val="800"/>
              </a:spcAft>
              <a:defRPr sz="2000"/>
            </a:pPr>
            <a:r>
              <a:t>Criar pequenas interações para páginas web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Relembrando: HTML, CSS e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HTML → estrutura da página</a:t>
            </a:r>
          </a:p>
          <a:p>
            <a:pPr>
              <a:spcAft>
                <a:spcPts val="800"/>
              </a:spcAft>
              <a:defRPr sz="2000"/>
            </a:pPr>
            <a:r>
              <a:t>CSS → aparência e apresentação</a:t>
            </a:r>
          </a:p>
          <a:p>
            <a:pPr>
              <a:spcAft>
                <a:spcPts val="800"/>
              </a:spcAft>
              <a:defRPr sz="2000"/>
            </a:pPr>
            <a:r>
              <a:t>JavaScript → comportamento e interação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1700"/>
            </a:pPr>
            <a:r>
              <a:t>Exemplo: um botão existe no HTML, é estilizado pelo CSS e pode executar uma ação com JavaScript.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 que é o DOM?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DOM = Document Object Model</a:t>
            </a:r>
          </a:p>
          <a:p>
            <a:pPr>
              <a:spcAft>
                <a:spcPts val="800"/>
              </a:spcAft>
              <a:defRPr sz="2000"/>
            </a:pPr>
            <a:r>
              <a:t>É a representação da página HTML que o navegador disponibiliza para o JavaScript.</a:t>
            </a:r>
          </a:p>
          <a:p>
            <a:pPr>
              <a:spcAft>
                <a:spcPts val="800"/>
              </a:spcAft>
              <a:defRPr sz="2000"/>
            </a:pPr>
            <a:r>
              <a:t>Com o DOM, o JavaScript pode:</a:t>
            </a:r>
          </a:p>
          <a:p>
            <a:pPr>
              <a:spcAft>
                <a:spcPts val="800"/>
              </a:spcAft>
              <a:defRPr sz="2000"/>
            </a:pPr>
            <a:r>
              <a:t>• localizar elementos</a:t>
            </a:r>
          </a:p>
          <a:p>
            <a:pPr>
              <a:spcAft>
                <a:spcPts val="800"/>
              </a:spcAft>
              <a:defRPr sz="2000"/>
            </a:pPr>
            <a:r>
              <a:t>• alterar textos</a:t>
            </a:r>
          </a:p>
          <a:p>
            <a:pPr>
              <a:spcAft>
                <a:spcPts val="800"/>
              </a:spcAft>
              <a:defRPr sz="2000"/>
            </a:pPr>
            <a:r>
              <a:t>• alterar estilos e classes</a:t>
            </a:r>
          </a:p>
          <a:p>
            <a:pPr>
              <a:spcAft>
                <a:spcPts val="800"/>
              </a:spcAft>
              <a:defRPr sz="2000"/>
            </a:pPr>
            <a:r>
              <a:t>• ler valores de campos</a:t>
            </a:r>
          </a:p>
          <a:p>
            <a:pPr>
              <a:spcAft>
                <a:spcPts val="800"/>
              </a:spcAft>
              <a:defRPr sz="2000"/>
            </a:pPr>
            <a:r>
              <a:t>• responder a eventos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Localizando um elemento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HTML:</a:t>
            </a:r>
          </a:p>
          <a:p>
            <a:pPr>
              <a:spcAft>
                <a:spcPts val="800"/>
              </a:spcAft>
              <a:defRPr sz="2000"/>
            </a:pPr>
            <a:r>
              <a:t>&lt;h1 id="titulo"&gt;Olá!&lt;/h1&gt;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JavaScript:</a:t>
            </a:r>
          </a:p>
          <a:p>
            <a:pPr>
              <a:spcAft>
                <a:spcPts val="800"/>
              </a:spcAft>
              <a:defRPr sz="2000"/>
            </a:pPr>
            <a:r>
              <a:t>const titulo = document.getElementById("titulo");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 JavaScript encontra o elemento pelo seu 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Alterando o conteúdo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HTML:</a:t>
            </a:r>
          </a:p>
          <a:p>
            <a:pPr>
              <a:spcAft>
                <a:spcPts val="800"/>
              </a:spcAft>
              <a:defRPr sz="2000"/>
            </a:pPr>
            <a:r>
              <a:t>&lt;h1 id="titulo"&gt;Olá!&lt;/h1&gt;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JavaScript:</a:t>
            </a:r>
          </a:p>
          <a:p>
            <a:pPr>
              <a:spcAft>
                <a:spcPts val="800"/>
              </a:spcAft>
              <a:defRPr sz="2000"/>
            </a:pPr>
            <a:r>
              <a:t>const titulo = document.getElementById("titulo");</a:t>
            </a:r>
          </a:p>
          <a:p>
            <a:pPr>
              <a:spcAft>
                <a:spcPts val="800"/>
              </a:spcAft>
              <a:defRPr sz="2000"/>
            </a:pPr>
            <a:r>
              <a:t>titulo.textContent = "Olá, turma!";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 conteúdo do elemento é alterado diretamente pelo JavaScript.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Eventos são acontecimentos que podem ser detectados pelo JavaScript.</a:t>
            </a:r>
          </a:p>
          <a:p>
            <a:pPr>
              <a:spcAft>
                <a:spcPts val="800"/>
              </a:spcAft>
              <a:defRPr sz="2000"/>
            </a:pPr>
            <a:r>
              <a:t>Exemplos:</a:t>
            </a:r>
          </a:p>
          <a:p>
            <a:pPr>
              <a:spcAft>
                <a:spcPts val="800"/>
              </a:spcAft>
              <a:defRPr sz="2000"/>
            </a:pPr>
            <a:r>
              <a:t>• clique</a:t>
            </a:r>
          </a:p>
          <a:p>
            <a:pPr>
              <a:spcAft>
                <a:spcPts val="800"/>
              </a:spcAft>
              <a:defRPr sz="2000"/>
            </a:pPr>
            <a:r>
              <a:t>• digitação</a:t>
            </a:r>
          </a:p>
          <a:p>
            <a:pPr>
              <a:spcAft>
                <a:spcPts val="800"/>
              </a:spcAft>
              <a:defRPr sz="2000"/>
            </a:pPr>
            <a:r>
              <a:t>• envio de formulário</a:t>
            </a:r>
          </a:p>
          <a:p>
            <a:pPr>
              <a:spcAft>
                <a:spcPts val="800"/>
              </a:spcAft>
              <a:defRPr sz="2000"/>
            </a:pPr>
            <a:r>
              <a:t>• mudança de seleção</a:t>
            </a:r>
          </a:p>
          <a:p>
            <a:pPr>
              <a:spcAft>
                <a:spcPts val="800"/>
              </a:spcAft>
              <a:defRPr sz="2000"/>
            </a:pPr>
            <a:r>
              <a:t>• carregamento da página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Clique em um botão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HTML:</a:t>
            </a:r>
          </a:p>
          <a:p>
            <a:pPr>
              <a:spcAft>
                <a:spcPts val="800"/>
              </a:spcAft>
              <a:defRPr sz="2000"/>
            </a:pPr>
            <a:r>
              <a:t>&lt;button id="btn"&gt;Clique aqui&lt;/button&gt;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JavaScript:</a:t>
            </a:r>
          </a:p>
          <a:p>
            <a:pPr>
              <a:spcAft>
                <a:spcPts val="800"/>
              </a:spcAft>
              <a:defRPr sz="2000"/>
            </a:pPr>
            <a:r>
              <a:t>const btn = document.getElementById("btn");</a:t>
            </a:r>
          </a:p>
          <a:p>
            <a:pPr>
              <a:spcAft>
                <a:spcPts val="800"/>
              </a:spcAft>
              <a:defRPr sz="2000"/>
            </a:pPr>
            <a:r>
              <a:t>btn.addEventListener("click", function() {</a:t>
            </a:r>
          </a:p>
          <a:p>
            <a:pPr>
              <a:spcAft>
                <a:spcPts val="800"/>
              </a:spcAft>
              <a:defRPr sz="2000"/>
            </a:pPr>
            <a:r>
              <a:t>    alert("Você clicou!");</a:t>
            </a:r>
          </a:p>
          <a:p>
            <a:pPr>
              <a:spcAft>
                <a:spcPts val="800"/>
              </a:spcAft>
              <a:defRPr sz="2000"/>
            </a:pPr>
            <a: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Como a interação acontece?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Usuário realiza uma ação</a:t>
            </a:r>
          </a:p>
          <a:p>
            <a:pPr>
              <a:spcAft>
                <a:spcPts val="800"/>
              </a:spcAft>
              <a:defRPr sz="2000"/>
            </a:pPr>
            <a:r>
              <a:t>2. O navegador identifica o evento</a:t>
            </a:r>
          </a:p>
          <a:p>
            <a:pPr>
              <a:spcAft>
                <a:spcPts val="800"/>
              </a:spcAft>
              <a:defRPr sz="2000"/>
            </a:pPr>
            <a:r>
              <a:t>3. JavaScript recebe o evento</a:t>
            </a:r>
          </a:p>
          <a:p>
            <a:pPr>
              <a:spcAft>
                <a:spcPts val="800"/>
              </a:spcAft>
              <a:defRPr sz="2000"/>
            </a:pPr>
            <a:r>
              <a:t>4. Uma função é executada</a:t>
            </a:r>
          </a:p>
          <a:p>
            <a:pPr>
              <a:spcAft>
                <a:spcPts val="800"/>
              </a:spcAft>
              <a:defRPr sz="2000"/>
            </a:pPr>
            <a:r>
              <a:t>5. O DOM pode ser alterado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Clique → evento → função → alteração na página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Funções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Funções organizam ações que podem ser executadas quando necessário.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Exemplo:</a:t>
            </a:r>
          </a:p>
          <a:p>
            <a:pPr>
              <a:spcAft>
                <a:spcPts val="800"/>
              </a:spcAft>
              <a:defRPr sz="2000"/>
            </a:pPr>
            <a:r>
              <a:t>function mostrarMensagem() {</a:t>
            </a:r>
          </a:p>
          <a:p>
            <a:pPr>
              <a:spcAft>
                <a:spcPts val="800"/>
              </a:spcAft>
              <a:defRPr sz="2000"/>
            </a:pPr>
            <a:r>
              <a:t>    alert("Olá!");</a:t>
            </a:r>
          </a:p>
          <a:p>
            <a:pPr>
              <a:spcAft>
                <a:spcPts val="800"/>
              </a:spcAft>
              <a:defRPr sz="2000"/>
            </a:pPr>
            <a:r>
              <a:t>}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 função pode ser chamada por um evento.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Capturando dados de um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HTML:</a:t>
            </a:r>
          </a:p>
          <a:p>
            <a:pPr>
              <a:spcAft>
                <a:spcPts val="800"/>
              </a:spcAft>
              <a:defRPr sz="2000"/>
            </a:pPr>
            <a:r>
              <a:t>&lt;input id="nome" type="text"&gt;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JavaScript:</a:t>
            </a:r>
          </a:p>
          <a:p>
            <a:pPr>
              <a:spcAft>
                <a:spcPts val="800"/>
              </a:spcAft>
              <a:defRPr sz="2000"/>
            </a:pPr>
            <a:r>
              <a:t>const campo = document.getElementById("nome");</a:t>
            </a:r>
          </a:p>
          <a:p>
            <a:pPr>
              <a:spcAft>
                <a:spcPts val="800"/>
              </a:spcAft>
              <a:defRPr sz="2000"/>
            </a:pPr>
            <a:r>
              <a:t>const nome = campo.value;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.value permite obter o valor digitado pelo usuário.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Entrada → processamento → saída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ENTRADA</a:t>
            </a:r>
          </a:p>
          <a:p>
            <a:pPr>
              <a:spcAft>
                <a:spcPts val="800"/>
              </a:spcAft>
              <a:defRPr sz="2000"/>
            </a:pPr>
            <a:r>
              <a:t>Usuário digita o nome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PROCESSAMENTO</a:t>
            </a:r>
          </a:p>
          <a:p>
            <a:pPr>
              <a:spcAft>
                <a:spcPts val="800"/>
              </a:spcAft>
              <a:defRPr sz="2000"/>
            </a:pPr>
            <a:r>
              <a:t>JavaScript recebe e trata o valor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SAÍDA</a:t>
            </a:r>
          </a:p>
          <a:p>
            <a:pPr>
              <a:spcAft>
                <a:spcPts val="800"/>
              </a:spcAft>
              <a:defRPr sz="2000"/>
            </a:pPr>
            <a:r>
              <a:t>Página apresenta uma mensagem personalizada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Exemplo: saudação personalizada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HTML:</a:t>
            </a:r>
          </a:p>
          <a:p>
            <a:pPr>
              <a:spcAft>
                <a:spcPts val="800"/>
              </a:spcAft>
              <a:defRPr sz="2000"/>
            </a:pPr>
            <a:r>
              <a:t>&lt;input id="nome" placeholder="Digite seu nome"&gt;</a:t>
            </a:r>
          </a:p>
          <a:p>
            <a:pPr>
              <a:spcAft>
                <a:spcPts val="800"/>
              </a:spcAft>
              <a:defRPr sz="2000"/>
            </a:pPr>
            <a:r>
              <a:t>&lt;button id="btn"&gt;Saudar&lt;/button&gt;</a:t>
            </a:r>
          </a:p>
          <a:p>
            <a:pPr>
              <a:spcAft>
                <a:spcPts val="800"/>
              </a:spcAft>
              <a:defRPr sz="2000"/>
            </a:pPr>
            <a:r>
              <a:t>&lt;p id="mensagem"&gt;&lt;/p&gt;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JavaScript:</a:t>
            </a:r>
          </a:p>
          <a:p>
            <a:pPr>
              <a:spcAft>
                <a:spcPts val="800"/>
              </a:spcAft>
              <a:defRPr sz="2000"/>
            </a:pPr>
            <a:r>
              <a:t>btn.addEventListener("click", function() {</a:t>
            </a:r>
          </a:p>
          <a:p>
            <a:pPr>
              <a:spcAft>
                <a:spcPts val="800"/>
              </a:spcAft>
              <a:defRPr sz="2000"/>
            </a:pPr>
            <a:r>
              <a:t>  mensagem.textContent = `Olá, ${nome.value}!`;</a:t>
            </a:r>
          </a:p>
          <a:p>
            <a:pPr>
              <a:spcAft>
                <a:spcPts val="800"/>
              </a:spcAft>
              <a:defRPr sz="2000"/>
            </a:pPr>
            <a:r>
              <a:t>});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Alterando estilos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O JavaScript também pode modificar estilos.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elemento.style.backgroundColor = "black";</a:t>
            </a:r>
          </a:p>
          <a:p>
            <a:pPr>
              <a:spcAft>
                <a:spcPts val="800"/>
              </a:spcAft>
              <a:defRPr sz="2000"/>
            </a:pPr>
            <a:r>
              <a:t>elemento.style.color = "white";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Para projetos maiores, é comum trabalhar com classes CSS.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classList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Permite adicionar, remover ou alternar classes CSS.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elemento.classList.add("escuro");</a:t>
            </a:r>
          </a:p>
          <a:p>
            <a:pPr>
              <a:spcAft>
                <a:spcPts val="800"/>
              </a:spcAft>
              <a:defRPr sz="2000"/>
            </a:pPr>
            <a:r>
              <a:t>elemento.classList.remove("escuro");</a:t>
            </a:r>
          </a:p>
          <a:p>
            <a:pPr>
              <a:spcAft>
                <a:spcPts val="800"/>
              </a:spcAft>
              <a:defRPr sz="2000"/>
            </a:pPr>
            <a:r>
              <a:t>elemento.classList.toggle("escuro");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 toggle é muito útil para temas, menus e estados visuais.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querySelector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Outra forma de localizar elementos:</a:t>
            </a:r>
          </a:p>
          <a:p>
            <a:pPr>
              <a:spcAft>
                <a:spcPts val="800"/>
              </a:spcAft>
              <a:defRPr sz="2000"/>
            </a:pPr>
            <a:r>
              <a:t>const titulo = document.querySelector("#titulo");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Também podemos usar seletores CSS:</a:t>
            </a:r>
          </a:p>
          <a:p>
            <a:pPr>
              <a:spcAft>
                <a:spcPts val="800"/>
              </a:spcAft>
              <a:defRPr sz="2000"/>
            </a:pPr>
            <a:r>
              <a:t>document.querySelector(".card");</a:t>
            </a:r>
          </a:p>
          <a:p>
            <a:pPr>
              <a:spcAft>
                <a:spcPts val="800"/>
              </a:spcAft>
              <a:defRPr sz="2000"/>
            </a:pPr>
            <a:r>
              <a:t>document.querySelector("button");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querySelector retorna o primeiro elemento encontrado.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querySelectorAll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Para selecionar vários elementos:</a:t>
            </a:r>
          </a:p>
          <a:p>
            <a:pPr>
              <a:spcAft>
                <a:spcPts val="800"/>
              </a:spcAft>
              <a:defRPr sz="2000"/>
            </a:pPr>
            <a:r>
              <a:t>const botoes = document.querySelectorAll("button");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1700"/>
            </a:pPr>
            <a:r>
              <a:t>Retorna uma coleção de elementos que pode ser percorrida para aplicar ações a vários componentes.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Desafio 1 — Contador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Crie uma interface com:</a:t>
            </a:r>
          </a:p>
          <a:p>
            <a:pPr>
              <a:spcAft>
                <a:spcPts val="800"/>
              </a:spcAft>
              <a:defRPr sz="2000"/>
            </a:pPr>
            <a:r>
              <a:t>• número inicial 0</a:t>
            </a:r>
          </a:p>
          <a:p>
            <a:pPr>
              <a:spcAft>
                <a:spcPts val="800"/>
              </a:spcAft>
              <a:defRPr sz="2000"/>
            </a:pPr>
            <a:r>
              <a:t>• botão +</a:t>
            </a:r>
          </a:p>
          <a:p>
            <a:pPr>
              <a:spcAft>
                <a:spcPts val="800"/>
              </a:spcAft>
              <a:defRPr sz="2000"/>
            </a:pPr>
            <a:r>
              <a:t>• botão −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Ao clicar:</a:t>
            </a:r>
          </a:p>
          <a:p>
            <a:pPr>
              <a:spcAft>
                <a:spcPts val="800"/>
              </a:spcAft>
              <a:defRPr sz="2000"/>
            </a:pPr>
            <a:r>
              <a:t>• + aumenta o valor</a:t>
            </a:r>
          </a:p>
          <a:p>
            <a:pPr>
              <a:spcAft>
                <a:spcPts val="800"/>
              </a:spcAft>
              <a:defRPr sz="2000"/>
            </a:pPr>
            <a:r>
              <a:t>• − diminui o valor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Conceitos: DOM, eventos, funções e textContent.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Desafio 2 — Saudação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Crie uma página que tenha:</a:t>
            </a:r>
          </a:p>
          <a:p>
            <a:pPr>
              <a:spcAft>
                <a:spcPts val="800"/>
              </a:spcAft>
              <a:defRPr sz="2000"/>
            </a:pPr>
            <a:r>
              <a:t>• campo para nome</a:t>
            </a:r>
          </a:p>
          <a:p>
            <a:pPr>
              <a:spcAft>
                <a:spcPts val="800"/>
              </a:spcAft>
              <a:defRPr sz="2000"/>
            </a:pPr>
            <a:r>
              <a:t>• botão “Saudar”</a:t>
            </a:r>
          </a:p>
          <a:p>
            <a:pPr>
              <a:spcAft>
                <a:spcPts val="800"/>
              </a:spcAft>
              <a:defRPr sz="2000"/>
            </a:pPr>
            <a:r>
              <a:t>• área para mensagem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Ao clicar no botão, mostrar:</a:t>
            </a:r>
          </a:p>
          <a:p>
            <a:pPr>
              <a:spcAft>
                <a:spcPts val="800"/>
              </a:spcAft>
              <a:defRPr sz="2000"/>
            </a:pPr>
            <a:r>
              <a:t>“Olá, NOME! Seja bem-vindo(a)!”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Conceitos: input, value, evento e DOM.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Desafio 3 — Modo escuro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Crie um botão “Modo escuro”.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Ao clicar:</a:t>
            </a:r>
          </a:p>
          <a:p>
            <a:pPr>
              <a:spcAft>
                <a:spcPts val="800"/>
              </a:spcAft>
              <a:defRPr sz="2000"/>
            </a:pPr>
            <a:r>
              <a:t>• adicionar/remover uma classe no body</a:t>
            </a:r>
          </a:p>
          <a:p>
            <a:pPr>
              <a:spcAft>
                <a:spcPts val="800"/>
              </a:spcAft>
              <a:defRPr sz="2000"/>
            </a:pPr>
            <a:r>
              <a:t>• alterar o visual da página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Use:</a:t>
            </a:r>
          </a:p>
          <a:p>
            <a:pPr>
              <a:spcAft>
                <a:spcPts val="800"/>
              </a:spcAft>
              <a:defRPr sz="2000"/>
            </a:pPr>
            <a:r>
              <a:t>classList.toggle("escuro")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Desafio 4 — Aplicar ao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Escolha uma parte do projeto da turma e adicione uma interação.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Exemplos:</a:t>
            </a:r>
          </a:p>
          <a:p>
            <a:pPr>
              <a:spcAft>
                <a:spcPts val="800"/>
              </a:spcAft>
              <a:defRPr sz="2000"/>
            </a:pPr>
            <a:r>
              <a:t>• botão de menu</a:t>
            </a:r>
          </a:p>
          <a:p>
            <a:pPr>
              <a:spcAft>
                <a:spcPts val="800"/>
              </a:spcAft>
              <a:defRPr sz="2000"/>
            </a:pPr>
            <a:r>
              <a:t>• contador de produtos</a:t>
            </a:r>
          </a:p>
          <a:p>
            <a:pPr>
              <a:spcAft>
                <a:spcPts val="800"/>
              </a:spcAft>
              <a:defRPr sz="2000"/>
            </a:pPr>
            <a:r>
              <a:t>• mensagem de boas-vindas</a:t>
            </a:r>
          </a:p>
          <a:p>
            <a:pPr>
              <a:spcAft>
                <a:spcPts val="800"/>
              </a:spcAft>
              <a:defRPr sz="2000"/>
            </a:pPr>
            <a:r>
              <a:t>• mostrar/ocultar informações</a:t>
            </a:r>
          </a:p>
          <a:p>
            <a:pPr>
              <a:spcAft>
                <a:spcPts val="800"/>
              </a:spcAft>
              <a:defRPr sz="2000"/>
            </a:pPr>
            <a:r>
              <a:t>• alteração de tema</a:t>
            </a:r>
          </a:p>
          <a:p>
            <a:pPr>
              <a:spcAft>
                <a:spcPts val="800"/>
              </a:spcAft>
              <a:defRPr sz="2000"/>
            </a:pPr>
            <a:r>
              <a:t>• validação simples de campo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Miniaplicação — 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HTML → cria os elementos</a:t>
            </a:r>
          </a:p>
          <a:p>
            <a:pPr>
              <a:spcAft>
                <a:spcPts val="800"/>
              </a:spcAft>
              <a:defRPr sz="2000"/>
            </a:pPr>
            <a:r>
              <a:t>CSS → define a aparência</a:t>
            </a:r>
          </a:p>
          <a:p>
            <a:pPr>
              <a:spcAft>
                <a:spcPts val="800"/>
              </a:spcAft>
              <a:defRPr sz="2000"/>
            </a:pPr>
            <a:r>
              <a:t>JavaScript → controla as interações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Objetivo: transformar uma página estática em uma interface interativa.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Fluxo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USUÁRIO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Ação: clique / digitação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EVENTO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JAVASCRIPT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FUNÇÃO + LÓGICA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DOM</a:t>
            </a:r>
          </a:p>
          <a:p>
            <a:pPr>
              <a:spcAft>
                <a:spcPts val="800"/>
              </a:spcAft>
              <a:defRPr sz="2000"/>
            </a:pPr>
            <a:r>
              <a:t>↓</a:t>
            </a:r>
          </a:p>
          <a:p>
            <a:pPr>
              <a:spcAft>
                <a:spcPts val="800"/>
              </a:spcAft>
              <a:defRPr sz="2000"/>
            </a:pPr>
            <a:r>
              <a:t>PÁGINA ATUALIZADA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✓ Sei o que é DOM</a:t>
            </a:r>
          </a:p>
          <a:p>
            <a:pPr>
              <a:spcAft>
                <a:spcPts val="800"/>
              </a:spcAft>
              <a:defRPr sz="2000"/>
            </a:pPr>
            <a:r>
              <a:t>✓ Sei localizar um elemento</a:t>
            </a:r>
          </a:p>
          <a:p>
            <a:pPr>
              <a:spcAft>
                <a:spcPts val="800"/>
              </a:spcAft>
              <a:defRPr sz="2000"/>
            </a:pPr>
            <a:r>
              <a:t>✓ Sei alterar texto com textContent</a:t>
            </a:r>
          </a:p>
          <a:p>
            <a:pPr>
              <a:spcAft>
                <a:spcPts val="800"/>
              </a:spcAft>
              <a:defRPr sz="2000"/>
            </a:pPr>
            <a:r>
              <a:t>✓ Sei capturar eventos</a:t>
            </a:r>
          </a:p>
          <a:p>
            <a:pPr>
              <a:spcAft>
                <a:spcPts val="800"/>
              </a:spcAft>
              <a:defRPr sz="2000"/>
            </a:pPr>
            <a:r>
              <a:t>✓ Sei criar funções</a:t>
            </a:r>
          </a:p>
          <a:p>
            <a:pPr>
              <a:spcAft>
                <a:spcPts val="800"/>
              </a:spcAft>
              <a:defRPr sz="2000"/>
            </a:pPr>
            <a:r>
              <a:t>✓ Sei ler input com .value</a:t>
            </a:r>
          </a:p>
          <a:p>
            <a:pPr>
              <a:spcAft>
                <a:spcPts val="800"/>
              </a:spcAft>
              <a:defRPr sz="2000"/>
            </a:pPr>
            <a:r>
              <a:t>✓ Sei trabalhar com classList</a:t>
            </a:r>
          </a:p>
          <a:p>
            <a:pPr>
              <a:spcAft>
                <a:spcPts val="800"/>
              </a:spcAft>
              <a:defRPr sz="2000"/>
            </a:pPr>
            <a:r>
              <a:t>✓ Sei usar querySelector</a:t>
            </a:r>
          </a:p>
          <a:p>
            <a:pPr>
              <a:spcAft>
                <a:spcPts val="800"/>
              </a:spcAft>
              <a:defRPr sz="2000"/>
            </a:pPr>
            <a:r>
              <a:t>✓ Consigo criar uma interação simples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Crie uma pequena interação para uma página web.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Requisitos:</a:t>
            </a:r>
          </a:p>
          <a:p>
            <a:pPr>
              <a:spcAft>
                <a:spcPts val="800"/>
              </a:spcAft>
              <a:defRPr sz="2000"/>
            </a:pPr>
            <a:r>
              <a:t>1. Pelo menos um botão</a:t>
            </a:r>
          </a:p>
          <a:p>
            <a:pPr>
              <a:spcAft>
                <a:spcPts val="800"/>
              </a:spcAft>
              <a:defRPr sz="2000"/>
            </a:pPr>
            <a:r>
              <a:t>2. Pelo menos um evento de clique</a:t>
            </a:r>
          </a:p>
          <a:p>
            <a:pPr>
              <a:spcAft>
                <a:spcPts val="800"/>
              </a:spcAft>
              <a:defRPr sz="2000"/>
            </a:pPr>
            <a:r>
              <a:t>3. Uma função JavaScript</a:t>
            </a:r>
          </a:p>
          <a:p>
            <a:pPr>
              <a:spcAft>
                <a:spcPts val="800"/>
              </a:spcAft>
              <a:defRPr sz="2000"/>
            </a:pPr>
            <a:r>
              <a:t>4. Uma alteração no DOM</a:t>
            </a:r>
          </a:p>
          <a:p>
            <a:pPr>
              <a:spcAft>
                <a:spcPts val="800"/>
              </a:spcAft>
              <a:defRPr sz="2000"/>
            </a:pPr>
            <a:r>
              <a:t>5. Código organizado em HTML, CSS e JS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Depois, apresente a interação para a turma.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JavaScript não serve apenas para “programar por trás”.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Ele permite que a página:</a:t>
            </a:r>
          </a:p>
          <a:p>
            <a:pPr>
              <a:spcAft>
                <a:spcPts val="800"/>
              </a:spcAft>
              <a:defRPr sz="2000"/>
            </a:pPr>
            <a:r>
              <a:t>• responda ao usuário</a:t>
            </a:r>
          </a:p>
          <a:p>
            <a:pPr>
              <a:spcAft>
                <a:spcPts val="800"/>
              </a:spcAft>
              <a:defRPr sz="2000"/>
            </a:pPr>
            <a:r>
              <a:t>• processe informações</a:t>
            </a:r>
          </a:p>
          <a:p>
            <a:pPr>
              <a:spcAft>
                <a:spcPts val="800"/>
              </a:spcAft>
              <a:defRPr sz="2000"/>
            </a:pPr>
            <a:r>
              <a:t>• altere seu conteúdo</a:t>
            </a:r>
          </a:p>
          <a:p>
            <a:pPr>
              <a:spcAft>
                <a:spcPts val="800"/>
              </a:spcAft>
              <a:defRPr sz="2000"/>
            </a:pPr>
            <a:r>
              <a:t>• controle estados visuais</a:t>
            </a:r>
          </a:p>
          <a:p>
            <a:pPr>
              <a:spcAft>
                <a:spcPts val="800"/>
              </a:spcAft>
              <a:defRPr sz="2000"/>
            </a:pPr>
            <a:r>
              <a:t>• torne a experiência interativa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Próximo passo: aplicar essas interações em projetos 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