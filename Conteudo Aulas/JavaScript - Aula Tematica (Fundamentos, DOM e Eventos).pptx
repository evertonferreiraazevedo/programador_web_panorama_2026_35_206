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D6A6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JAVASCRIPT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dando vida à página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lógica, funções e manipulação do DOM — do zero até a interatividade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D6A6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exemplos práticos e atividades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HTML: estrutura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básico e avançado: aparência e layout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 e responsividade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pouco de JS (alert, onclick) nas aulas anteriores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tipos de dados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35915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84378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980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Condicionais (if/else)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32841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(for/while)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813048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2976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objetos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78231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 e eventos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266944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2212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JavaScript entra e o Console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src="script.js"&gt;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mundo!"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mensagens no Console do navegador (F12 → aba Console). É a ferramenta mais usada para testar e depurar código.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 src="script.js"&gt; — a melhor prática.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4617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... &lt;/script&gt; dentro do HTML.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34640" y="5212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onclick="funcao()" — usar com moderação.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"caixas" que guardam valores para serem usados depois.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pode mudar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que pode mudar de valor.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14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2514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— o valor não muda depois de definido.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291840"/>
            <a:ext cx="5257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2918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291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antiga, hoje evitada (usamos let/const).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80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Nomeando variáveis: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camelCase: nomeDoAluno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276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Nomes descritivos: precoTotal em vez de 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6601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pode começar com número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valor em JavaScript tem um tipo.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91440" cy="150876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mundo!"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entre aspas.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737360"/>
            <a:ext cx="91440" cy="1508760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3.14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Números, inteiros ou decimais.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37360"/>
            <a:ext cx="91440" cy="1508760"/>
          </a:xfrm>
          <a:prstGeom prst="rect">
            <a:avLst/>
          </a:prstGeom>
          <a:solidFill>
            <a:srgbClr val="8A6D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745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2402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6517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ou falso.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29000"/>
            <a:ext cx="91440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661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["a","b","c"]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valores.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429000"/>
            <a:ext cx="91440" cy="150876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661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nome: "Ana" 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343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dados nomeados.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4290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429000"/>
            <a:ext cx="91440" cy="1508760"/>
          </a:xfrm>
          <a:prstGeom prst="rect">
            <a:avLst/>
          </a:prstGeom>
          <a:solidFill>
            <a:srgbClr val="5B6672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5661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undefined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3931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43434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valor.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e template literals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280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26280" y="1828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 !==  &gt;  &lt;  &gt;=  &lt;=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417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0" y="1828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(crase, não aspas):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21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3192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" y="33192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25296" y="33192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1188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${nome}! Você tem ${idade} anos.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`);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924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${variavel} insere o valor da variável diretamente dentro do texto.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Condicionais: if / else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que o código tome decisões diferentes dependendo de uma condição.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303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(idade &gt;= 18)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"Maior de idade"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(idade &gt;= 12)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"Adolescente"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"Criança"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800600" cy="4023360"/>
          </a:xfrm>
          <a:prstGeom prst="roundRect">
            <a:avLst>
              <a:gd name="adj" fmla="val 227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3774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→ "se" a condição for verdadeira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28803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else if → "senão, se" outra condição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33832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else → "senão", cobre o resto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95160" y="4023360"/>
            <a:ext cx="434340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023360"/>
            <a:ext cx="3977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no console: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"Adolescente"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validação de formulário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validarFormulario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).value;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 ===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 favor, preencha seu nome."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`Obrigado, ${nome}! Formulário enviado.`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exatamente a lógica que faltava no formulário criado na Aula 4!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Loops: for e while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Repetem um bloco de código várias vezes, sem precisar copiar e colar.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09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(let i = 0; i &lt; 5; i++)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imprime: 0 1 2 3 4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12172E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64768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4885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94560"/>
            <a:ext cx="4709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&lt; 5)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 (contador).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— repete enquanto for verdadeira.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457200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51206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— aumenta 1 a cada volta.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listando produtos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10332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"Pizza"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"Suco"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"Sobremesa"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(let i = 0; i &lt; produtos.length; i++)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`${i + 1}. ${produtos[i]}`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Pizza  2. Suco  3. Sobremesa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produtos.length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itens no array — o loop para exatamente no último item.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produtos[i]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5257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 o item na posição i do array (começa em 0).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de código reutilizáveis, que podem receber dados e devolver um resultado.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${nome}!`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Olá, Ana!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saudar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a função e dá um nome a ela.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5212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— a informação que a função recebe.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663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52120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que a função devolve quando é chamada.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forma mais curta de escrever funções — muito usada no dia a dia.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tradicional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2529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060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* 2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7373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217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768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85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6060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dobrar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(n) =&gt; n * 2;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muito usadas em eventos e callbacks: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botao.addEventListener("click", () =&gt; { alert("Clicou!"); });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20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formas fazem a mesma coisa — arrow function é só uma sintaxe mais enxuta.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ordenadas de valores, indexadas a partir do zero.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"Calabresa"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"Marguerita"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"Frango"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sabores[0]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// "Calabresa"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sabores.length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sabores.push(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"Portuguesa"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adiciona no final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793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um item no final.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4114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42793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itens.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1148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2793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6451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algo para cada item.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9496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contagem sempre começa em 0 — o primeiro item é sabores[0], não sabores[1].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 dados relacionados em pares de chave e valor.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3035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"Pizza"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disponivel: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produto.nome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"Pizza"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produto.preco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800600" cy="3200400"/>
          </a:xfrm>
          <a:prstGeom prst="roundRect">
            <a:avLst>
              <a:gd name="adj" fmla="val 285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920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x Objeto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37744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lista ordenada, acessada por posição — sabores[0].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31089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dados nomeados, acessados por chave — produto.nome.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384048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de objetos representa uma lista de produtos, cada um com seus próprios dados.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DOM (Document Object Model)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o navegador representa o HTML em memória — e é isso que o JavaScript manipula.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28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56032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256032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 HTML vira uma árvore de elementos que o JS pode acessar e modificar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2148840"/>
          </a:xfrm>
          <a:prstGeom prst="roundRect">
            <a:avLst>
              <a:gd name="adj" fmla="val 4255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89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DOM, o JavaScript pode: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Selecionar qualquer elemento da página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4846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Ler ou mudar o conteúdo (texto, imagens)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Mudar o estilo (cores, tamanho, visibilidade)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53035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Reagir a ações do usuário (cliques, digitação)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Selecionando elementos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 para manipular o DOM: encontrar o elemento certo.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".card"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4709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id específico. Retorna um único elemento.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367528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3675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49040" y="53675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com seletor CSS (.classe, #id, tag). O primeiro que encontrar.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025896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02589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querySelectorAll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602589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ao anterior, mas retorna todos os elementos encontrados.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Manipulando o DOM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selecionar, podemos ler ou alterar o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926080"/>
          </a:xfrm>
          <a:prstGeom prst="roundRect">
            <a:avLst>
              <a:gd name="adj" fmla="val 2500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"h1"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titulo.textContent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"Novo título";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titulo.style.color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titulo.classList.add(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"destaque"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textContent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ou muda o texto do elemento.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5029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style.propriedade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54406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um estilo diretamente.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50292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54406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 uma classe CSS (melhor prática).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 o JavaScript reagir a ações do usuário.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document.querySelector(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 clicou!"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mais comuns: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03120" y="45720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do mouse.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45720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4572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45720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Digitação em tempo real.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45720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4572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418320" y="45720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um formulário.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257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03120" y="52578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 pressionada.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52578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5257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60720" y="52578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passando por cima.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5257800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52578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18320" y="52578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terminou de carregar.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contador de cliques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58521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id="btnLike"&gt;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👍 Curtir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id="contador"&gt;0 curtidas&lt;/p&gt;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cliques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"btnLike"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document.getElementById(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"contador"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cliques++;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texto.textContent =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`${cliques} curtidas`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69480" y="1280160"/>
            <a:ext cx="4251960" cy="46634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011680"/>
            <a:ext cx="379476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0" y="20116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Curtir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29260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curtidas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374904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clique executa a função, soma 1 e atualiza o texto na tela — em tempo real, sem recarregar a página.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D6A6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 o formulário do seu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formulário criado na Aula 4 e adicione validação com JavaScript.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o envio se o campo nome estiver vazio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um alert() com mensagem de erro específica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uma mensagem de sucesso usando template literals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976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addEventListener no botão (não onclick no HTML)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217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1023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51023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51023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3949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botao.addEventListener(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=&gt;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complete a validação aqui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que abre e fecha (toggle)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menu Flexbox da Aula CSS e faça-o abrir/fechar no celular com um clique.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157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 botão "☰" antes do menu.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classe .aberto que muda display para flex/block.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7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JavaScript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clique do botão, use classList.toggle("aberto").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classList.toggle() adiciona a classe se ela não existir, e remove se já existir.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let/const para variáveis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os tipos de dados corretamente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if/else para tomar decisões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um loop (for ou while)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pelo menos uma função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um array e/ou objeto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Selecionei elementos do DOM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 addEventListener para reagir a um evento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tipos de dados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 template literals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Condicionais (if/else)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(for/while)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 arrow functions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objetos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 e seleção de elementos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 interatividade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D6A600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dá estrutura, CSS dá aparência, e agora JavaScript dá vida: interação, lógica e comportamento.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D6A600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domina os três pilares da Web!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64DE4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Aparência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D6A60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Informação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Voltamos ao planejamento para organizar tudo o que já sabemos construir em um projeto completo e coerente.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2026-09-09T09:54:00Z</dcterms:created>
  <dcterms:modified xsi:type="dcterms:W3CDTF">2026-09-09T09:54:00Z</dcterms:modified>
</cp:coreProperties>
</file>