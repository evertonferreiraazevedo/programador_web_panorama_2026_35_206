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4 HORAS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Organizando o conteúdo, o mapa do site e a navegação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420624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Projetos de Aplicações para Web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e avançando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4, aprendemos: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requisito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funcionais, não funcionais e técnicos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levantamento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19456" cy="219456"/>
          </a:xfrm>
          <a:prstGeom prst="ellipse">
            <a:avLst/>
          </a:prstGeom>
          <a:solidFill>
            <a:srgbClr val="5B667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e priorização (MoSCoW)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18872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vamos ver: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Arquitetura da Informação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4231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377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hierarquia do conteúdo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29718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site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52044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navegação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0690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023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e breadcrumbs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6177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à arquitetura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516636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situação comum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tem uma lista de requisitos... mas por onde começar a organizar as páginas?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surgem nesse momento: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páginas o site precisa ter?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3063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no menu principal?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mais importante aparecer primeiro?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703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usuário vai encontrar o que precisa?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00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entra a Arquitetura da Informação: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o conteúdo para que faça sentido para quem usa.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Arquitetura da Informação?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organização, estruturação e rotulação do conteúdo de forma clara, para que o usuário encontre o que precisa com facilidade.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 responder: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informações existem?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32461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2461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elas se relacionam?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serão agrupadas?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8404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serão nomeadas (rótulos)?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348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usuário vai navegar entre elas?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sobre design bonito — é sobre fazer sentido.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organizar a informação?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956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encontrar o que se procura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59562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5956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cliques e frustração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5557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557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a experiência do usuário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5557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557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conteúdo duplicado ou perdido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5158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158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2918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 o desenvolvimento (HTML/CSS)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5158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5158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32918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 cliente a visualizar o projeto todo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site desorganizado frustra o usuário mesmo que o design seja bonito.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Organizando o conteúdo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desenhar páginas, agrupamos e categorizamos as informações.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6687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todo o conteúdo que precisa existir (a partir dos requisitos).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4119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itens relacionados em categorias (ex: "Cardápio", "Sobre nós").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51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1551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rótulos claros e curtos para cada grupo/categoria.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968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E3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8983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2560" y="320040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que é mais importante e deve se destacar.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749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0749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útil: Card Sorting — escrever cada conteúdo em um cartão e pedir para pessoas agruparem como fizer mais sentido para elas.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Hierarquia da informação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tudo tem o mesmo peso — algumas informações são mais importantes que outras.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 — Essencial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precisa ver primeiro (ex: o que a empresa faz).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868680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7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 — Importante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relevantes, mas não a primeira coisa (ex: cardápio completo).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09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 — Complementar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de apoio (ex: política de privacidade, FAQ).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94360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importante, mais destaque visual e mais fácil de acessar deve ser.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aplicação para academia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primeiro na página inicial?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2024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principal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20240" y="217627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"Agende sua aula experimental grátis"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2608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862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e planos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920240" y="322783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prática mais buscada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39136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academia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20240" y="427939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professores, diferenciais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02920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5B667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29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49651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Depoimentos e FAQ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920240" y="533095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confiança, dúvidas comuns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representação visual de todas as páginas do site e como elas se conectam entre si.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para: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461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a estrutura completa do 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32461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2461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quantas páginas serão necessárias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os links entre as páginas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840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794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expectativas com o cliente antes de programar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63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protótipo (próximas aulas):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0749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mapa do site mostra QUAIS páginas existem e COMO se conectam. O protótipo (Aula 7) mostra COMO cada página será por dentro.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mapa do site de uma academia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754880" y="13716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26480" y="2011680"/>
            <a:ext cx="-3939692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8068" y="27432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98068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e horários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-1333652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4108" y="27432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604108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1272388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0148" y="27432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0148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nós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3878428" cy="73152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6188" y="27432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816188" y="2743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92828" y="3337560"/>
            <a:ext cx="-1874520" cy="7772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2488" y="41148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2072488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92828" y="3337560"/>
            <a:ext cx="0" cy="7772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47008" y="41148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947008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92828" y="3337560"/>
            <a:ext cx="1874520" cy="7772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1528" y="4114800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5821528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= nível 1. Aulas/Planos/Sobre/Contato = nível 2. Mensal/Trimestral/Anual = nível 3 (dentro de Planos).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Estruturas de navegação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formas de organizar como o usuário se move pelo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520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Hierárquica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árvore, do geral para o específico. A mais comum em sites institucionais.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737360"/>
            <a:ext cx="352044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passo, em sequência fixa. Comum em checkouts e formulários longos.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737360"/>
            <a:ext cx="3520440" cy="685800"/>
          </a:xfrm>
          <a:prstGeom prst="rect">
            <a:avLst/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7373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rede (matriz)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conectadas entre si sem hierarquia fixa. Comum em wikis e blogs.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16636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a maioria dos sites combina os três tipos em diferentes partes.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principal x navegação secundária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principal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sempre visível (geralmente no topo). Contém os itens mais importantes.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Máximo de 5 a 7 itens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Rótulos curtos e claros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Presente em todas as páginas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716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Navegação secundária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dentro de uma seção específica ou no rodapé.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063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Rodapé (política, termos)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520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Submenu dentro de uma categoria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977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relacionados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Breadcrumbs (trilha de navegação)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ao usuário onde ele está dentro da hierarquia do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1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 </a:t>
            </a:r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Planos</a:t>
            </a:r>
            <a:pPr indent="0" marL="0">
              <a:buNone/>
            </a:pPr>
            <a:r>
              <a:rPr lang="en-US" sz="1800" dirty="0">
                <a:solidFill>
                  <a:srgbClr val="5B66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 </a:t>
            </a:r>
            <a:pPr indent="0" marL="0">
              <a:buNone/>
            </a:pPr>
            <a:r>
              <a:rPr lang="en-US" sz="1800" b="1" dirty="0">
                <a:solidFill>
                  <a:srgbClr val="1B2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 Mensal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 usuário a entender onde está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7033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7033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voltar rapidamente a níveis anteriores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 a hierarquia do mapa do site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4251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em sites com muitas páginas/categorias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2064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site precisa de breadcrumbs — faz mais sentido quando existem 3+ níveis de hierarquia.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requisito à arquitetura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levantado na Aula 4 aponta para uma página ou seção do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conseguir agendar um horário."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52360" y="182880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55280" y="1828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18288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Agendamento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6324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conhecer os planos disponíveis."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30632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55280" y="3063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06324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Página: Planos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6217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deverá conseguir entrar em contato."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429768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955280" y="42976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42976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Página/seção: Contato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mapa do site é, na prática, os requisitos organizados espacialmente.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Conectando com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da informação vira código com as tags semânticas que já conhecemos.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303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Aulas e horários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Planos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 nós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Contato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8745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95160" y="22860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vem direto do mapa do site — nível 2 da hierarquia.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310896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32461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36576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menu principal costuma ficar, presente em todas as páginas.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4480560"/>
            <a:ext cx="480060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6177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 dos itens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50292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a prioridade definida na hierarquia da informação.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prática: montando a arquitetura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o grupo vai transformar os requisitos da Aula 4 em uma estrutura de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2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páginas e conteúdos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2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425196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3154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e hierarquize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2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372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3154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mapa do site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95360" y="21031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555480" y="23774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32520" y="315468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navegação principal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projeto que vocês vêm desenvolvendo desde a Aula 1.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 páginas e conteúdos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documento de requisitos da Aula 4 e anote: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funcionalidade vira um conteúdo ou página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preocupe com a ordem ainda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em post-its ou uma lista simples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até os detalhes menores (política de privacidade, etc.)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292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lista: Home, Cardápio, Sobre nós, Localização, Contato, Promoções, Trabalhe conosco.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Agrupe e hierarquize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a lista da Etapa 1 em categorias e defina o que é mais importante.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itens podem ser agrupados juntos?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246888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nome (rótulo) curto e claro para cada grupo?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nível 1 (essencial) x nível 2 x nível 3?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06324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0632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item está duplicado ou pode ser removido?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agrupamento: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4480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Pizzas, Bebidas, Sobremesas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5029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nós, Localização, Trabalhe conosco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55778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Contato, Promoções, FAQ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E3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o mapa do site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(no papel, quadro ou ferramenta digital) a estrutura completa.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no topo, conectada a todas as categorias principais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 de nível 2 abaixo da Home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4290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Subpáginas de nível 3 quando necessário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ou linhas mostrando as conexões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70916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 único jeito certo — o objetivo é que o mapa comunique claramente a estrutura para qualquer pessoa da equipe (ou o cliente) entender de imediato.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Defina a navegação principal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mapa, escolha o que entra no menu principal (header) e o que fica no rodapé.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(header)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Máximo 5 a 7 itens de nível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Rótulos curtos (1-2 palavras)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itens mais buscados primeiro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60604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/ navegação secundária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Itens legais (privacidade, termos)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749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 sociais e contato extra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complementares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desafio de código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o menu principal do seu mapa do site em HTML.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103327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"#"&gt;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1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&lt;/a&gt;&lt;/li&gt;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&lt;!-- adicione os demais itens do seu mapa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0292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Bônus: use o Flexbox e o toggle do menu que vocês já construíram nas aulas de CSS e JavaScript!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Listamos todas as páginas e conteúdos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618488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00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20840" y="13716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e nomeamos as categorias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a hierarquia (o que vem primeiro)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221992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468880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2219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Montamos o mapa do site completo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 menu principal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72384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3319272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0723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a navegação secundária/rodapé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requisitos a páginas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922776"/>
            <a:ext cx="5303520" cy="713232"/>
          </a:xfrm>
          <a:prstGeom prst="roundRect">
            <a:avLst>
              <a:gd name="adj" fmla="val 7692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4169664"/>
            <a:ext cx="219456" cy="219456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15137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392277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Implementamos o menu em HTML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hoje?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Arquitetura da Informação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50876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508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hierarquia do conteúdo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site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navegação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e breadcrumbs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97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à arquitetura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246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tags semânticas HTML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79476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desenhar uma tela, organizamos as ideias. A arquitetura é o esqueleto que sustenta todo o projeto.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Domínio, hospedagem e tecnologias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2026-09-10T15:56:47Z</dcterms:created>
  <dcterms:modified xsi:type="dcterms:W3CDTF">2026-09-10T15:56:47Z</dcterms:modified>
</cp:coreProperties>
</file>