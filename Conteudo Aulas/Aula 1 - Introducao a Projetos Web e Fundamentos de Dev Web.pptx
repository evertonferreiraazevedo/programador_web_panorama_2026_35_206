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Elaborar Projetos de Aplicações para Web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— Introdução aos Projetos Web e Briefing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194560" cy="502920"/>
          </a:xfrm>
          <a:prstGeom prst="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77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 36h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Bem-vindo(a) ao seu primeiro dia de curso!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 nesta UC?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aprender a planejar uma aplicação Web antes de iniciar o desenvolvimento.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14884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4884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70432" y="187452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5424" y="214884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214884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9472" y="187452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objetivos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84464" y="214884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214884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68512" y="187452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310896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10896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283464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283464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35424" y="310896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35424" y="310896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83464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criatividade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283464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84464" y="310896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310896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68512" y="283464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requisitos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" y="406908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406908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70432" y="379476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informação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0" y="379476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35424" y="406908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535424" y="406908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79476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site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38160" y="379476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84464" y="406908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8284464" y="406908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68512" y="379476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e hospedagem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475488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86384" y="50292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" y="502920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70432" y="475488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tecnológicas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389120" y="475488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35424" y="50292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4535424" y="502920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9472" y="475488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138160" y="475488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84464" y="502920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8284464" y="502920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668512" y="475488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e acessibilidade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40080" y="571500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86384" y="598932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786384" y="598932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70432" y="571500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trabalho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389120" y="571500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35424" y="598932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8" name="Text 56"/>
          <p:cNvSpPr/>
          <p:nvPr/>
        </p:nvSpPr>
        <p:spPr>
          <a:xfrm>
            <a:off x="4535424" y="598932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19472" y="571500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138160" y="5715000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284464" y="598932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2" name="Text 60"/>
          <p:cNvSpPr/>
          <p:nvPr/>
        </p:nvSpPr>
        <p:spPr>
          <a:xfrm>
            <a:off x="8284464" y="5989320"/>
            <a:ext cx="29260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668512" y="5715000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projetos Web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objetivo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UC?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uma necessidade do cliente em um projeto estruturado de uma aplicação Web.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63440" y="640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significa compreender: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685800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453896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53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49240" y="128016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ser feito?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121408"/>
            <a:ext cx="685800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29514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95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2140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será feito?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962656"/>
            <a:ext cx="685800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31363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136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96265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será feito?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803904"/>
            <a:ext cx="685800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9776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80390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estruturado?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4645152"/>
            <a:ext cx="685800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48188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818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464515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recursos serão necessários?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5486400"/>
            <a:ext cx="685800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5660136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5660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548640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apresentado ao cliente?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programar...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Cliente: "Preciso de um site para minha empresa."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pode começar a programar? Pense antes: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é o objetivo do site?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7889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78892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Quem utilizará?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informações serão apresentadas?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46557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465576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funcionalidades serão necessárias?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4223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4223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problema o site deverá resolver?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414223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14223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é o prazo?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1888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1888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será o custo?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81888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81888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cliente já possui domínio?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95544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49554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cliente possui hospedagem?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5495544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549554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Será usado principalmente no celular?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antes de desenvolver, precisamos entender e planejar.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projeto Web?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planejamento de uma solução que será disponibilizada por meio da Web.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envolver: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Websites institucionais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4612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Sistemas Web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Lojas virtuais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Plataformas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46120" y="3108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Sistemas de agendamento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Áreas de clientes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3520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Aplicações Web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1488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Web não envolve apenas programação.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313639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36118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35387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408736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40142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456285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4489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503834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49651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20840" y="55138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5440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usuário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x Aplicação Web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2578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Geralmente tem como objetivo principal apresentar informações.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institucional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Portfólio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de restaurante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de evento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2578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71600"/>
            <a:ext cx="52578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3716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Web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 maior interação e pode executar processos.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de agendamento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520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Loja virtual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acadêmico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434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do cliente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4892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de vendas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os dois podem utilizar as mesmas tecnologias Web.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papel do Programador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Programador Web pode participar de várias etapas de um projeto.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5204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código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Compreender o 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Interpretar o briefing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Identificar requisitos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Entender o público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Planejar a estrutura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029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Analisar tecnologias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532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Criar/interpretar protótipos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69164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691640"/>
            <a:ext cx="352044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desenvolvimento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interfaces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Programar funcionalidades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Trabalhar com dados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Integrar sistemas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4526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Testar aplicações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169164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1691640"/>
            <a:ext cx="35204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83880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Corrigir problemas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3880" y="3017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Realizar manutenção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388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Melhorar a aplicação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4023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Acompanhar necessidades do cliente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processo de um projeto Web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22376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do cliente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43784" y="146304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80944" y="205740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93208" y="146304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221224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30368" y="205740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público e mercado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42632" y="146304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470648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79792" y="205740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requisitos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92056" y="146304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720072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729216" y="205740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informação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tecnológica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43784" y="39319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297180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980944" y="452628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93208" y="39319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5221224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30368" y="452628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 planejamento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42632" y="39319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28" name="Text 26"/>
          <p:cNvSpPr/>
          <p:nvPr/>
        </p:nvSpPr>
        <p:spPr>
          <a:xfrm>
            <a:off x="7470648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79792" y="452628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92056" y="39319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31" name="Text 29"/>
          <p:cNvSpPr/>
          <p:nvPr/>
        </p:nvSpPr>
        <p:spPr>
          <a:xfrm>
            <a:off x="9720072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729216" y="452628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entrega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UC, nosso foco está principalmente nas etapas destacadas — anteriores ao desenvolvimento.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Conhecendo a UC — 4 grandes resultados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2763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os objetivos do projeto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essa aplicação precisa resolver?"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69480" y="162763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a proposta de trabalho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transformar a necessidade em solução planejada?"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69080"/>
            <a:ext cx="594360" cy="594360"/>
          </a:xfrm>
          <a:prstGeom prst="ellipse">
            <a:avLst/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0507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o protótipo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a aplicação funcionará e será apresentada?"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069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9480" y="40507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o projeto da aplicação Web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50292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documentação organizada e completa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conjunto de informações coletadas para compreender uma necessidade e orientar o desenvolvimento de um projeto.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63440" y="731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briefing ajuda a responder: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Quem é o cliente?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8388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é o problema?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9933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é o objetivo?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83880" y="19933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Quem é o público?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6151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que precisa ser desenvolvido?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3880" y="26151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são as necessidades?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323697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são as restrições?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323697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são os prazos?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briefing é importante?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956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dúvidas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5956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13716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retrabalho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5557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557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 necessidades do cliente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5557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5557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23317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objetivos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5158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158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requisitos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32918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5158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5158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12280" y="3291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público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42519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4759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4759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2519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projeto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72200" y="42519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4759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4759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12280" y="42519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a comunicação com o cliente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melhor entendemos o problema, melhor podemos planejar a solução.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para projetos Web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109728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350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734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Produtos/serviços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1181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Diferenciais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25880"/>
            <a:ext cx="109728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Objetivo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2350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734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Escopo inicial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1181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Prazo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49040"/>
            <a:ext cx="109728" cy="2194560"/>
          </a:xfrm>
          <a:prstGeom prst="rect">
            <a:avLst/>
          </a:prstGeom>
          <a:solidFill>
            <a:srgbClr val="2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886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Quem são os usuários?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7731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suas necessidades?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51572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utilizam a Web?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749040"/>
            <a:ext cx="109728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886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796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Páginas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47731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Funcionalidades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51572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Conteúdos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55412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Integrações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Cliente, Usuário e Público-alvo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quem solicita ou contrata o projeto.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quem utiliza a aplicação.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Academia Fitness: Cliente = Academia · Usuário = Aluno · Aplicação = Sistema de agendamento de aulas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pessoas com características e necessidades relacionadas à solução, considerando: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4434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Localização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4434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Necessidades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81888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Hábitos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481888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Comportamentos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481888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Interesses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202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Perfil de consumo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520440"/>
            <a:ext cx="51206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069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para uma academia voltada para pessoas entre 18 e 35 anos que buscam atividades físicas e usam principalmente o celular para consultar horários e realizar agendamentos.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x Solução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importante não começar pensando diretamente na tecnologia.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academia recebe muitas mensagens para saber os horários das aulas."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72968" y="32461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148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o acesso aos horários.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07608" y="32461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48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solução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para consultar horários e realizar agendamentos.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42248" y="32461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44000" y="19202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148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0" y="269748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Será definida posteriormente.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entendemos o problema. Depois planejamos a solução.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de hoje — Desafio!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Situação-problema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Pizzaria Sabor &amp; Massa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"Precisamos de um site bonito para nossa pizzaria."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descobrir antes de começar a desenvolver?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Público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67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3767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Conteúdo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513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Funcionalidades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41513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Concorrentes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5354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Localização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5354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Atendimento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919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Prazo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4919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Orçamento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Formem grupos de 3 a 4 pessoas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Escolham um negócio ou projeto que necessite de uma aplicação Web: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Restaurante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Loja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898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0" y="2898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Barbearia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2826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Clínica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0" y="32826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Escola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6667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36667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Autônomo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4050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E-commerce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4434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Empresa de serviços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5394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briefing — levantem: cliente, negócio, problema, objetivo, público, necessidades e ideias iniciais.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jornada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3794760"/>
            <a:ext cx="10332720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" y="3621024"/>
            <a:ext cx="347472" cy="347472"/>
          </a:xfrm>
          <a:prstGeom prst="ellipse">
            <a:avLst/>
          </a:prstGeom>
          <a:solidFill>
            <a:srgbClr val="1C729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+ Briefing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225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225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731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37310" y="4572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e geração de ideias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384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384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2890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890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 e público-alvo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543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543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2049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20490" y="4572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requisitos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0702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informação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9861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861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0367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03670" y="4572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Domínio, hospedagem e tecnologias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9020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9020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9526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9526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Prototipação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8179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179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8685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86850" y="4572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trabalho e cronograma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073384" y="3621024"/>
            <a:ext cx="347472" cy="347472"/>
          </a:xfrm>
          <a:prstGeom prst="ellipse">
            <a:avLst/>
          </a:prstGeom>
          <a:solidFill>
            <a:srgbClr val="065A8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73384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78440" y="2743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7844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e apresentação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— O que aprendemos hoje?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projeto Web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093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6248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entre website e aplicação Web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951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do planejamento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2951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6248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usuário e público-alvo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solução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9809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56248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e objetivos de um projeto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84048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 principal: antes de desenvolver uma solução, precisamos compreender o problema que ela deverá resolver.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— CONCEITOS ESSENCIAIS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Desenvolvimento Web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· Cliente-Servidor · Front-end · Back-end · Fullstack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programar?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é dar instruções, em uma linguagem que o computador entende, para que ele execute tarefas específicas — passo a passo, de forma lógica e ordenada.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como uma receita de bolo: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 definidos (dados)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130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13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8130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em ordem (algoritmo)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79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3799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claras (código)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469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46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9469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 (programa funcionando)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274320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337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lógica de passos para resolver um problema — a base de qualquer programa.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programação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663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padronizada de escrever essas instruções (ex.: HTML, CSS, JavaScript, Python, PHP, Java).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Cliente-Servidor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navegador e o site se comunicam.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(Chrome, Firefox...) que o usuário utiliza para acessar o site.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168335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168335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96935" y="25603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remoto onde o site fica hospedado, armazenando arquivos e dados.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2514600"/>
            <a:ext cx="3870655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160520" y="2130552"/>
            <a:ext cx="3870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(URL)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3246120"/>
            <a:ext cx="3870655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4160520" y="3319272"/>
            <a:ext cx="3870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(HTML/CSS/JS)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1072865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4805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463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Você digita um endereço (URL) no navegador  →  2. O navegador envia uma requisição ao servidor  →  3. O servidor processa e devolve os arquivos do site  →  4. O navegador exibe a página na tela.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visual — tudo o que o usuário vê e interage no navegador.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8928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o conteúdo da página (textos, imagens, links).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8928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514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Estiliza: cores, layout, espaçamentos, responsividade.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920240"/>
            <a:ext cx="457200" cy="45720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8928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2514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interatividade e comportamento dinâmico à página.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e bibliotecas front-end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construídas sobre HTML/CSS/JS que aceleram e organizam o desenvolvimento de interfaces.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212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do Facebook/Meta baseada em componentes reutilizáveis.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46177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5212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completo do Google, robusto para grandes aplicações.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46177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83880" y="5212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progressivo, leve e fácil de aprender.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roda no servidor — a lógica e os dados por trás do que o usuário vê.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e organiza as informações da aplicação (usuários, produtos, pedidos etc.).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MySQL, PostgreSQL, MongoDB, SQL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negócio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regras, cálculos, validações e regras do sistema (ex.: confirmar um agendamento).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e tecnologias mais usadas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457200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5720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(Django/Flask)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457200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45720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(Spring)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2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663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(JavaScript)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516636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2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51663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(.NET)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0" y="516636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2E3A6E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516636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(on Rails)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profissional (ou aplicação) que trabalha tanto no front-end quanto no back-end.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/ Angular / Vue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0" y="2880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Banco de dados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Lógica de negócio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 / Python / Node...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0" y="2880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8869680" y="1828800"/>
            <a:ext cx="310896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 desenvolver a aplicação inteira: interface + lógica + dados.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no início da carreira, é comum focar primeiro em front-end OU back-end, e evoluir para fullstack com o tempo.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Criatividade e geração de ideias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aprender a utilizar Brainstorming, Mapas mentais e Painéis semânticos para transformar as informações do briefing em possíveis soluções para o projeto Web.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estudos! 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2026-08-19T11:09:56Z</dcterms:created>
  <dcterms:modified xsi:type="dcterms:W3CDTF">2026-08-19T11:09:56Z</dcterms:modified>
</cp:coreProperties>
</file>