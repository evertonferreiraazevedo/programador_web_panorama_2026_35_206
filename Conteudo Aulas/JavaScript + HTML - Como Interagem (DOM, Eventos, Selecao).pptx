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D6A6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JAVASCRIPT + 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+ HTML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JavaScript interage com uma página Web?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44D2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58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37490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264DE4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3858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7490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D6A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858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sabemos que cada linguagem tem seu papel.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Olá!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estrutura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2172E"/>
          </a:solidFill>
          <a:ln/>
        </p:spPr>
      </p:sp>
      <p:sp>
        <p:nvSpPr>
          <p:cNvPr id="11" name="Shape 9"/>
          <p:cNvSpPr/>
          <p:nvPr/>
        </p:nvSpPr>
        <p:spPr>
          <a:xfrm>
            <a:off x="4498848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0016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901184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2148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15968" y="3611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aparência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217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504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8621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148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"Olá!"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01000" y="3611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comportamento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480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Mas...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8463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JavaScript consegue alterar um elemento HTML?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esta página: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aluno!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no botão, queremos que o título mude para: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"Olá, Everton!"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JavaScript sabe: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7647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76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título alterar?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3159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botão foi clicado?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1032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10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8828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 acontecer?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aí que entra o DOM.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DOM?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representação da página HTML que permite ao JavaScript acessar e manipular os elementos da página.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46120" y="32918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6616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35040" y="32918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5508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23960" y="32918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1206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JavaScript consegue acessar os elementos representados no DOM.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o HTML como uma árvore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276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6276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6276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709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página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Bem-vindo!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2011680"/>
            <a:ext cx="0" cy="731520"/>
          </a:xfrm>
          <a:prstGeom prst="line">
            <a:avLst/>
          </a:prstGeom>
          <a:noFill/>
          <a:ln w="12700">
            <a:solidFill>
              <a:srgbClr val="5B66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4688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011680"/>
            <a:ext cx="0" cy="1417320"/>
          </a:xfrm>
          <a:prstGeom prst="line">
            <a:avLst/>
          </a:prstGeom>
          <a:noFill/>
          <a:ln w="12700">
            <a:solidFill>
              <a:srgbClr val="5B66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31546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52360" y="2011680"/>
            <a:ext cx="0" cy="2103120"/>
          </a:xfrm>
          <a:prstGeom prst="line">
            <a:avLst/>
          </a:prstGeom>
          <a:noFill/>
          <a:ln w="12700">
            <a:solidFill>
              <a:srgbClr val="5B66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8404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5720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navegador cria uma estrutura em árvore a partir do HTML — e o JavaScript pode acessar qualquer um desses elementos.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e getElementById()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passo: encontrar um elemento na página.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 documento HTML carregado no navegador. Usamos document para encontrar, alterar, criar ou remover elementos.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12172E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64768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4885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id="titulo"&gt;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Olá!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88620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3886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388620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3886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388620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69680" y="3886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8B2E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166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o valor precisa ser exatamente igual.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5577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id="titulo"   ↔   getElementById("titulo")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Alterando o conteúdo: textContent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encontrar o elemento, podemos ler ou alterar seu texto.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Ler o texto atual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titulo.textContent;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Alterar o texto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titulo.textContent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turma!"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Olá!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63640" y="4206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800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Olá, turma!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exemplo completo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852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id="titulo"&gt;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Olá!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src="script.js"&gt;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titulo.textContent =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turma!"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371600"/>
            <a:ext cx="4251960" cy="2011680"/>
          </a:xfrm>
          <a:prstGeom prst="roundRect">
            <a:avLst>
              <a:gd name="adj" fmla="val 45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5544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 a página, antes de carregar o JS: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Olá!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269480" y="3566160"/>
            <a:ext cx="425196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script.js rodar: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0" y="438912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Olá, turma!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e addEventListener()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agora o JavaScript rodou sozinho. Agora queremos: clicar → executar.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evento é algo que acontece na página: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103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103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84080" y="2103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focar no principal: click.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121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4107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34107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34107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033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elemento.addEventListener(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"evento"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função);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código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349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"Quando esse elemento receber determinado evento, execute uma função."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botão interativo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id="titulo"&gt;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Olá!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id="botao"&gt;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 aqui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2172E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730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3730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225296" y="3730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10332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"botao"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titulo.textContent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"Você clicou!"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aconteceu?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fez quatro coisas, em ordem: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687068" y="18745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87068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o título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getElementById("titulo")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430268" y="18745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30268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Encontrou o botão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getElementById("botao")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3468" y="18745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173468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Esperou o clique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addEventListener("click"...)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96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9916668" y="18745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916668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068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Alterou o título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68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titulo.textContent = ...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da interação: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51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clica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4251960"/>
            <a:ext cx="137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70632" y="42519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4251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"click"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4251960"/>
            <a:ext cx="137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01184" y="42519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4251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encontra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12864" y="4251960"/>
            <a:ext cx="137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31736" y="42519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4251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altera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43416" y="4251960"/>
            <a:ext cx="137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62288" y="42519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53728" y="4251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atualizada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ciclo será usado incontáveis vezes no desenvolvimento Web.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é um bloco de código criado para realizar uma tarefa: "quando eu precisar, chamo essa função."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função anônima direto no evento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04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404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404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titulo.textContent =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"Você clicou!"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função nomeada, mais organizada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217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4165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44165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44165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0916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alterarTitulo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titulo.textContent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"Você clicou!"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alterarTitulo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.value — o que o usuário digitou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campos de formulário, acessamos o valor digitado com .value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id="nome" type="text"&gt;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id="botao"&gt;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Enviar&lt;/button&gt;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12172E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64768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4885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9456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console.log(nome.value);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usuário digitou: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480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Everton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778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nome.value será: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"Everton"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60350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só existe em campos de formulário (input, textarea, select).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completo: nome do usuário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85216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303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id="nome" type="text"&gt;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id="botao"&gt;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Enviar&lt;/button&gt;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id="mensagem"&gt;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"botao"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"mensagem"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mensagem.textContent =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"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nome.value;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0" y="1280160"/>
            <a:ext cx="4754880" cy="4663440"/>
          </a:xfrm>
          <a:prstGeom prst="roundRect">
            <a:avLst>
              <a:gd name="adj" fmla="val 19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5544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15270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digita "Everton"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95160" y="2331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2304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clica em Enviar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95160" y="31089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0" y="3081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lê nome.value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3858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altera mensagem.textContent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95160" y="4754880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47548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"Olá, Everton"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→ processamento → saída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lógica é fundamental para qualquer aplicação interativa.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digita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1737360"/>
            <a:ext cx="137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20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executa a lógica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137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920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apresenta o resultado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Concatenando textos: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217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40965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296" y="40965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8912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"Everton"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(mais usado):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217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40965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6647688" y="40965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848856" y="40965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38912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`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${nome}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`;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Exemplo: Nome → JavaScript → "Olá, Everton"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Alterando CSS com JavaScript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também pode alterar estilos diretamente.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id="titulo"&gt;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Olá!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titulo.style.color =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elemento.style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bem para mudanças pontuais, mas em projetos reais é melhor usar classes CSS — o próximo tópico.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434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classes CSS: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88720" y="48463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.destaque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40px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titulo.classList.add(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"destaque"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classList: add, remove, toggle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uma classe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uma classe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Alterna: adiciona/remove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toggle() é muito usado em: menus, modais, dark mode, abas, elementos expansíveis.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mostrar e esconder um texto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10881360" cy="2880360"/>
          </a:xfrm>
          <a:prstGeom prst="roundRect">
            <a:avLst>
              <a:gd name="adj" fmla="val 2540"/>
            </a:avLst>
          </a:prstGeom>
          <a:solidFill>
            <a:srgbClr val="1217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639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3639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25296" y="3639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id="texto"&gt;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 texto pode desaparecer.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id="botao"&gt;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Mostrar/Esconder&lt;/button&gt;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.escondido { display: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texto.classList.toggle(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"escondido"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 forma de selecionar elementos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querySelector() usa seletores parecidos com os do CSS.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"#titulo"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por id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".titulo"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por classe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"h1"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por elemento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todos os botões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89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o primeiro elemento que corresponder ao seletor.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42062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389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uma coleção com todos os elementos encontrados.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é mais rápido; querySelector é mais flexível e parecido com CSS.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que precisamos saber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37160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371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texto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elemento.textContent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37160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371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campo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elemento.value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6324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0632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06324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063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36576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classList.add/remove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/toggle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0632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06324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3063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92440" y="36576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elemento.style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práticas — parte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[ - ] 0 [ + ]. Clicar em + aumenta 1, clicar em - diminui 1.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getElementById()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416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256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addEventListener()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097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Funções e variáveis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5087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Saudação personalizada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input para o nome + botão Entrar. Ao clicar, mostrar "Olá, [nome]!" na página.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657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+ .value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0416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addEventListener()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4256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textContent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8097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 literals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práticas — parte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2E3A6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087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8B2E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escuro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que alterna a página entre modo claro e modo escuro.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classList.toggle() no &lt;body&gt;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5087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Aplicando no projeto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 ao projeto da turma e escolha uma interação: mostrar info, abrir/fechar menu, contador, validação simples...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361188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61188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"Qual problema essa interação resolve para o usuário?"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D6A6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aplicação Web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página completa reunindo tudo o que vimos hoje.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520440" cy="59436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867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6725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para resultado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23317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331720"/>
            <a:ext cx="3520440" cy="59436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331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6280" y="3867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Botões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Espaçamentos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23317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331720"/>
            <a:ext cx="3520440" cy="594360"/>
          </a:xfrm>
          <a:prstGeom prst="rect">
            <a:avLst/>
          </a:prstGeom>
          <a:solidFill>
            <a:srgbClr val="D6A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331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Seleção de elementos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Evento de clique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0" y="3867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Leitura de .value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Alteração de textContent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uma pequena aplicação interativa de verdade.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481328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6304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Consigo selecionar um elemento HTML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4224" y="1481328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6304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280160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Entendo o que é DOM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9339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194560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17627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usar getElementById()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99339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2194560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17627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1993392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usar querySelector()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706624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2907792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8895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706624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usar addEventListener()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706624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224" y="2907792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8895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2706624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detectar um clique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41985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" y="3621024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60273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419856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criar uma função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41985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3621024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60273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419856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alterar textContent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133088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3342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3159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4133088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obter .value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4133088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4224" y="43342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43159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4133088"/>
            <a:ext cx="4709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utilizar classList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Consigo fazer HTML e JavaScript trabalharem juntos.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D6A60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lógica que você precisa guardar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cria o elemento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seleciona o elemento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426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usuário realiza uma 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3697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36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095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executa uma tarefa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76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DOM: o elemento é alterado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D6A6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80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Botão → Clique → JavaScript → Função → Alterar texto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na prática: variáveis, condicionais, loops e mais manipulação do DOM.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2026-09-17T16:57:22Z</dcterms:created>
  <dcterms:modified xsi:type="dcterms:W3CDTF">2026-09-17T16:57:22Z</dcterms:modified>
</cp:coreProperties>
</file>