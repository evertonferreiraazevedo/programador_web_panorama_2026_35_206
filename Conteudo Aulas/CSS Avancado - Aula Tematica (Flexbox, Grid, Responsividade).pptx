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64DE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CSS AVANÇADO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Avançado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responsividade e interações — construindo layouts de verdade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264DE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40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exemplos práticos e atividades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CSS e para que serve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Seletores básicos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fontes e espaçamentos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(padding, border, margin)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CSS ao HTML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avançado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3591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3284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 e Media Queries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3813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e pseudo-elementos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e animações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37960" y="478231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CSS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37960" y="5266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Posicionamento avançado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position controla como um elemento se posiciona na página.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Padrão. Segue o fluxo normal da página.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Posicionado em relação à sua posição original.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Posicionado em relação ao ancestral mais próximo com position definido.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 na tela, não se move com o scroll.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846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Relativo até certo ponto, depois vira fixo.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position sticky e fixed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1206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.botao-whatsapp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com sticky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12280" y="19659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no topo da rolagem assim que o usuário passa por ele — muito usado em menus.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2834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flutuante com fixed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12280" y="3246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visível no canto da tela — exatamente como o botão de WhatsApp que analisamos na Aula 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434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prática: top/right/bottom/left só funcionam quando position não é static.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Flexbox: o básico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layout para organizar itens em uma linha ou coluna.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já é suficiente para: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Alinhar itens lado a lado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25786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Distribuir espaço automaticamente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28712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Centralizar com poucas linhas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 itens: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flex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443484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80960" y="443484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Propriedades do container flex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972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(padrão) ou column — direção dos itens.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67712"/>
            <a:ext cx="10972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6771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67712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no eixo principal: flex-start, center, space-between...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63824"/>
            <a:ext cx="10972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6382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163824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no eixo cruzado: flex-start, center, stretch...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599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59936"/>
            <a:ext cx="10972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5993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4059936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os itens quebrarem linha (wrap).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560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956048"/>
            <a:ext cx="10972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5604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4956048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os itens.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Propriedades dos itens flex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flex-grow: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flex-shrink: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flex-basis: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align-self: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4964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item pode crescer.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847088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47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49640" y="18470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item pode encolher.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414016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14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flex-basis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49640" y="24140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inicial antes de crescer/encolher.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2980944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80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29809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 o align-items para este item.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547872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47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9640" y="3547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ordem visual sem mudar o HTML.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menu de navegação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1206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ul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0" y="12801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280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2416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Resultado renderizado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29260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empurra o primeiro item para a esquerda e o último para a direita.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434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 é o menu responsivo que identificamos como oportunidade na Aula 3!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Grid: o básico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layout bidimensional — linhas e colunas ao mesmo tempo.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1fr 1fr 1fr;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196596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96596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1fr = uma fração do espaço disponível.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54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4754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colunas.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5257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linhas.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760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5760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linhas e colunas.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Organizando com grid-template-areas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forma visual de nomear e organizar as regiões do layout.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303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.pagina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"cabecalho cabecalho"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"menu conteudo"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"rodape rodape";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grid-area: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cabecalho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737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cabeçalho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56032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560320"/>
            <a:ext cx="16642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73414" y="2560320"/>
            <a:ext cx="2948026" cy="1828800"/>
          </a:xfrm>
          <a:prstGeom prst="roundRect">
            <a:avLst>
              <a:gd name="adj" fmla="val 3000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573414" y="2560320"/>
            <a:ext cx="294802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448056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4805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rodapé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x Grid: quando usar cada um?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— 1D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organizar itens em uma única direção (linha OU coluna).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Menus de navegação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Cards em linha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Centralizar um elemento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Distribuir botões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— 2D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organizar o layout inteiro, com linhas e colunas ao mesmo tempo.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Estrutura geral da página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Galerias de imagens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Layouts complexos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os dois são usados juntos no mesmo projeto.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Responsividade e Mobile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da Aula 3? "A maioria do público usa celular." Isso muda como escrevemos CSS.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CSS pensando primeiro na tela pequena, depois adaptar para telas maiores.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celular → tablet → desktop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importa?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Maioria dos acessos é via celular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fica mais simples de manter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 o que é essencial primeiro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069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 a performance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749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exatamente o que fazemos com Media Queries — veja a seguir.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 estilos diferentes dependendo do tamanho da tela.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Estilo padrão (mobile) */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partir de 768px (tablet/desktop) */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comuns: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480px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55321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768px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5989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55321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1024px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5989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55321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1280px+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5989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cards que empilham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32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uma coluna no celular */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768px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.cards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 1fr 1fr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3 colunas */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Celular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5257800"/>
            <a:ext cx="470916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623560"/>
            <a:ext cx="470916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989320"/>
            <a:ext cx="470916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47548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Desktop (768px+)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5257800"/>
            <a:ext cx="1508760" cy="100584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5257800"/>
            <a:ext cx="1508760" cy="100584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0" y="5257800"/>
            <a:ext cx="1508760" cy="100584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 estilo baseado em um estado ou posição do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mouse passa por cima.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campo está selecionado.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momento do clique.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elemento filho.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:last-child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977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elemento filho.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:nth-child(2)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3977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filho em posição específica.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Pseudo-elementos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ou estilizam uma parte específica de um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1206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.novo::before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"🔥 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p::first-letter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2em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173736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::before e ::after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23317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Inserem conteúdo antes ou depois do elemento — muito usado para ícones e decorações.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12280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::first-letter / ::first-line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36118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Estilizam apenas a primeira letra ou linha de um texto.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0916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Diferença: pseudo-classe é um estado ("::" não). Pseudo-elemento cria/seleciona uma parte, sempre com "::".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Transições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uma mudança de estilo acontecer suavemente, em vez de instantaneamente.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.botao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#065A82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 0.3s ease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.botao:hover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#1C7293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transicionar (ex: background-color).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45720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dura (ex: 0.3s).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5720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timing-function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acelera/desacelera (ease, linear...).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coloque a transition no estado normal, não no :hover.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Animações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movimentos mais elaborados, com várias etapas, usamos @keyframes.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520440"/>
          </a:xfrm>
          <a:prstGeom prst="roundRect">
            <a:avLst>
              <a:gd name="adj" fmla="val 207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aparecer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translateY(20px)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translateY(0)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aparecer 0.5s ease-out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4406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 = um estado para outro. Animação = várias etapas, pode repetir sozinha.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CSS (custom properties)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reutilizar valores (cores, espaçamentos) em todo o CSS.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926080"/>
          </a:xfrm>
          <a:prstGeom prst="roundRect">
            <a:avLst>
              <a:gd name="adj" fmla="val 25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--cor-primaria: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#065A82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--cor-destaque: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#E44D26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--espacamento: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.botao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var(--cor-primaria)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var(--espacamento)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83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cor da marca mudar, você altera em um único lugar (--cor-primaria) em vez de em dezenas de arquivos e regras.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card com hover e variáveis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--cor-primaria: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#065A82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--raio: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var(--raio)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 0.2s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translateY(-6px)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46634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155448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3774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calabresa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411480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 card sobe (translateY) quando o mouse passa por cima, de forma suave (transition).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4DE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um menu de navegação com Flexbox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 projeto que vocês vêm desenvolvendo, crie um menu de navegação.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Logo/nome à esquerda, links à direita (justify-content)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alinhados verticalmente ao centro (align-items)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entre os links (gap)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hover nos links (transition + :hover)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51023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51023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complete com justify-content, align-items e gap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responsivo de cards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seção com pelo menos 4 cards (produtos, serviços ou depoimentos).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70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coluna (grid-template-columns: 1fr)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770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(768px+)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colunas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(1024px+)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colunas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Efeito de hover + variável CSS de cor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578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comece pelo mobile (1 coluna) e vá adicionando media queries para telas maiores.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position (relative/absolute/fixed/sticky)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 layout com Flexbox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 layout com Grid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Media Queries (mobile first)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pseudo-classes (:hover, :nth-child)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pseudo-elementos (::before/::after)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transições ou animações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variáveis CSS (custom properties)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264DE4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avançado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 e Media Queries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e pseudo-elementos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e animações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CSS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64DE4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703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você já sabe criar layouts responsivos de verdade. A próxima etapa é dar comportamento a eles com JavaScript.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dando vida à página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2026-09-08T02:17:10Z</dcterms:created>
  <dcterms:modified xsi:type="dcterms:W3CDTF">2026-09-08T02:17:10Z</dcterms:modified>
</cp:coreProperties>
</file>