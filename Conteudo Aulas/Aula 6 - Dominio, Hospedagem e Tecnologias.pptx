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4 HORAS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Domínio, hospedagem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tecnologias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site vai morar e com o que ele será construído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4206240" cy="502920"/>
          </a:xfrm>
          <a:prstGeom prst="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Projetos de Aplicações para Web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e avançando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5, aprendemos: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Arquitetura da Informação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do conteúdo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site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navegação e breadcrumbs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371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ver: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domínio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4231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377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um domínio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9718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hospedagem e como funciona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52044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474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hospedagem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0690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tecnológicas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6177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deploy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51663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situação comum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site está pronto no computador. Mas... onde ele vai "morar" na internet?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surgem nesse momento: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pessoas vão encontrar o site pelo nome?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arquivos ficam armazenados?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pagar por isso?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tecnologia usar para o back-end?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entram domínio, hospedagem e tecnologia: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peças que tiram o projeto do computador e colocam no mundo real.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domínio?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endereço que as pessoas digitam para acessar um site — um nome fácil de lembrar, no lugar de uma sequência de números (IP).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8B2E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domínio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192.168.45.12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63640" y="2743200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domínio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3246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pizzariasaborimassa.com.br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480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ter um bom domínio importa: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8920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Fácil de lembrar e digitar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276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Passa credibilidade e profissionalismo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66013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Reforça a identidade da marca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 domínio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pizzariasaborimassa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com.br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43200"/>
            <a:ext cx="109728" cy="1463040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Subdomínio — opcional, indica uma "seção" do domínio.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7432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743200"/>
            <a:ext cx="109728" cy="146304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pizzariasaborimassa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— o nome escolhido, geralmente a marca.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743200"/>
            <a:ext cx="109728" cy="146304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com.br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337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(extensão) — o tipo/categoria e país do domínio.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Extensões (TLDs) comuns: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1673352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9204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50592" y="4892040"/>
            <a:ext cx="1673352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450592" y="489204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.com.br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61104" y="4892040"/>
            <a:ext cx="1673352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261104" y="489204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.org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71616" y="4892040"/>
            <a:ext cx="1673352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071616" y="489204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82128" y="4892040"/>
            <a:ext cx="1673352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882128" y="489204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92640" y="4892040"/>
            <a:ext cx="1673352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0" y="489204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.dev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566928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.com.br exige CPF/CNPJ; .com não exige e é aceito globalmente.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registrar um domínio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domínio não é comprado — é alugado por um período (geralmente 1 ano).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16687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687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o nome desejado está disponível.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44119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registrador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Registro.br (.com.br), GoDaddy, Hostinger, Namecheap...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51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e renovar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anual — o domínio expira se não for renovado.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8983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525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o DNS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32918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domínio à hospedagem escolhida.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1663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registre o domínio o quanto antes — bons nomes são disputados e podem já estar ocupados.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hospedagem?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serviço que armazena os arquivos do site (HTML, CSS, JS, imagens) em um servidor conectado à internet, 24 horas por dia.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Relembrando a Aula 2: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(navegador)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(hospedagem)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hospedagem é exatamente o "servidor" que já estudamos — agora vamos ver como escolher um de verdade.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84632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 = o nome. Hospedagem = onde os arquivos realmente ficam.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DNS conecta tudo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DNS é o "catálogo telefônico" da internet — traduz nomes em endereços.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Usuário digita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pizzariasaborimassa.com.br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1737360"/>
            <a:ext cx="182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DNS traduz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Domínio → endereço IP do servidor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737360"/>
            <a:ext cx="182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Servidor responde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 os arquivos do site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1737360"/>
            <a:ext cx="182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7373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Navegador exibe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256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página aparece na tela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114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DNS mais comuns: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 domínio para um endereço IP.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5257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CNAME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5257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um subdomínio para outro domínio/nome.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hospedagem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Compartilhada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sites dividem o mesmo servidor. Mais barata, ideal para começar.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virtual privado. Mais controle e recursos dedicados.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escaláveis sob demanda (AWS, Vercel, Netlify).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17373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5B6672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965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2560" y="25603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servidor inteiro só para o seu projeto. Alto custo, máxima performance.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8920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projetos escolares e pequenos negócios, hospedagem compartilhada ou cloud gratuita geralmente é suficiente.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Hospedagem gratuita x paga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2E3A6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Pages, Netlify, Vercel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Ótima para sites estáticos (HTML/CSS/JS)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Domínio próprio às vezes custa à parte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Limites de tráfego e recursos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Hostinger, HostGator, Amazon AWS...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Suporte a back-end, banco de dados, e-mail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154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Suporte técnico dedicado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657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Mais recursos e melhor performance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8064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depende dos requisitos técnicos levantados na Aula 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Provedores por caso de uso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projeto combina melhor com um tipo de hospedagem.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28016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estático (HTML/CSS/JS)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Pages, Netlify, Vercel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128016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718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com back-end/banco de dados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17920" y="297180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Hostinger, HostGator, Railway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206240"/>
            <a:ext cx="128016" cy="1051560"/>
          </a:xfrm>
          <a:prstGeom prst="rect">
            <a:avLst/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062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de grande porte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420624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AWS, Google Cloud, Azure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5321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projeto de vocês (HTML/CSS/JS até agora), GitHub Pages ou Netlify são ótimos pontos de partida gratuitos.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Estratégias tecnológicas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dos requisitos técnicos da Aula 4? Agora vamos decidir de verdade.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64008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HTML, CSS, JavaScript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Frameworks (React, Vue...)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737360"/>
            <a:ext cx="35204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PHP, Node.js, Python...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Necessário para dados dinâmicos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737360"/>
            <a:ext cx="352044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MySQL, PostgreSQL, MongoDB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o projeto precisar armazenar dados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846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Pergunta-chave: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52578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projeto precisa salvar dados (cadastros, pedidos, mensagens) de forma permanente?" Se sim, back-end e banco de dados são necessários.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a tecnologia certa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para guiar a decisão — nem sempre a tecnologia mais nova é a melhor escolha.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precisa de dados dinâmicos ou é só conteúdo fixo?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6243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24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514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prazo e o orçamento disponíveis?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3101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10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manter o site depois de pronto?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9959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95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já conhece a tecnologia ou vai aprender do zero?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6817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81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provedor de hospedagem escolhido suporta essa tecnologia?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5321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melhor tecnologia é a que resolve o problema com o menor custo e complexidade possíveis.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requisito técnico à hospedagem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desta aula se conectam diretamente com o que foi levantado na Aula 4.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"Desenvolvido em HTML, CSS e JavaScript."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03720" y="182880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06640" y="18288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8288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estática (Netlify, GitHub Pages)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6324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deverá enviar e-mails automáticos."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03720" y="30632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06640" y="30632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30632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com suporte a back-end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621792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9768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site deverá suportar muitos acessos simultâneos."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03720" y="429768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406640" y="42976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29768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em nuvem (cloud)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decisão técnica volta ao que o cliente e o usuário realmente precisam.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deploy?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processo de publicar o projeto — enviar os arquivos do computador para o servidor de hospedagem, deixando o site acessível na internet.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E3A6E"/>
          </a:solidFill>
          <a:ln/>
        </p:spPr>
      </p:sp>
      <p:sp>
        <p:nvSpPr>
          <p:cNvPr id="6" name="Shape 4"/>
          <p:cNvSpPr/>
          <p:nvPr/>
        </p:nvSpPr>
        <p:spPr>
          <a:xfrm>
            <a:off x="1687068" y="2834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687068" y="2834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pronto e testado localmente.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E3A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30268" y="2834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0268" y="2834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(upload)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886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FTP, Git ou painel do provedor.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E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3468" y="2834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173468" y="2834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domínio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886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o DNS para o servidor.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680" y="26517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9916668" y="2834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916668" y="2834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06840" y="3474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06840" y="3886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está no ar para qualquer pessoa.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comuns: FileZilla (FTP), Git/GitHub, painel de controle do provedor (cPanel).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publicando um site estático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simplificado usando um serviço gratuito (Netlify ou GitHub Pages).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conta gratuita no Netlify ou GitHub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2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6791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 a pasta do projeto (index.html, style.css, script.js)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2E3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4564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a publicação automática (alguns segundos)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2E3A6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2336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33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um link público (ex: meusite.netlify.app)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2E3A6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01091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10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8920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conectar um domínio próprio registrado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7150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o que vocês vão fazer com o projeto de vocês na atividade de hoje!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prática: definindo a infraestrutura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o grupo vai decidir domínio, hospedagem e tecnologia do projeto.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2039112" y="237744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03911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e justifique o domínio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2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5650992" y="237744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65099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34840" y="32004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e justifique a hospedagem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210312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262872" y="237744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26287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46720" y="32004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estratégia tecnológica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mapa do site da Aula 5 e os requisitos técnicos da Aula 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e justifique o domínio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grupo: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nome de domínio vocês escolheriam para o projeto?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extensão (.com, .com.br, .app...) faz mais sentido?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é fácil de lembrar e digitar?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algum concorrente com nome parecido?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74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resposta: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4406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pizzariasaborimassa.com.br — extensão .com.br reforça que é um negócio local e brasileiro.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e justifique a hospedagem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grupo: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precisa de back-end e banco de dados?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tipo de hospedagem combina com o projeto?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 é suficiente ou será preciso pagar?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provedor específico vocês escolheriam?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74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resposta: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4406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(gratuita) — o projeto ainda é apenas HTML/CSS/JS, sem back-end. Pode evoluir depois.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Defina a estratégia tecnológica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uma ficha técnica simples do projeto: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42316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2971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Necessário? Qual linguagem?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42316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38160" y="2971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Necessário? Qual tipo?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+ extensão escolhidos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3611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749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4160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escolhido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55280" y="36118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3749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38160" y="4160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publicado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o que é domínio e TLD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como registrar um domínio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o que é hospedagem e DNS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Conhecemos os tipos de hospedagem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Escolhemos e justificamos o domínio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Escolhemos e justificamos a hospedagem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a estratégia tecnológica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o processo de deploy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domínio e sua anatomia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um domínio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hospedagem e como o DNS funciona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hospedagem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tecnológicas (front/back/banco)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deploy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técnico à infraestrutura real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7947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deixou de existir só no computador — agora tem um caminho real até a internet.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Prototipação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mapa do site, os requisitos e a infraestrutura definidos, vamos desenhar como cada página vai parecer visualmente — antes de programar tudo.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896112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074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"Como essa aplicação funcionará e será apresentada ao usuário?"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2026-09-16T11:16:02Z</dcterms:created>
  <dcterms:modified xsi:type="dcterms:W3CDTF">2026-09-16T11:16:02Z</dcterms:modified>
</cp:coreProperties>
</file>