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· 4 HORAS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Requisitos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"o cliente precisa de alguma coisa" a "a aplicação deverá fazer X"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4206240" cy="502920"/>
          </a:xfrm>
          <a:prstGeom prst="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404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Projetos de Aplicações para Web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e avançando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3, aprendemos: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diretos e indiretos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referências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para o projeto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1887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371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ver: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requisitos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235915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313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284378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7980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332841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282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técnicos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381304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levantamento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42976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escrever um bom requisito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37960" y="478231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(MoSCoW)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37960" y="526694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situação comum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Cliente: "Quero um site que funcione bem e que os clientes gostem."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frase não diz: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site precisa 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páginas são necessárias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usuário poderá fazer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site deve se comportar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entra a Análise de Requisitos: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desejos vagos em especificações claras.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requisito?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requisito é uma condição ou capacidade que a aplicação precisa atender para resolver o problema do cliente e atender às necessidades do usuário.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outras palavras: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8B2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Necessidade vaga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cliente quer vender mais pela internet."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89320" y="3200400"/>
            <a:ext cx="182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172200" y="32004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33832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39319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deverá conseguir finalizar uma compra em até 3 cliques."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requisito bem escrito é claro, específico e verificável.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tipos de requisitos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aplicação Web pode ser descrita a partir desses três grupos.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204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828800"/>
            <a:ext cx="352044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funcionais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faz?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828800"/>
            <a:ext cx="3520440" cy="868680"/>
          </a:xfrm>
          <a:prstGeom prst="rect">
            <a:avLst/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que o sistema é feito?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o sistema deve fazer?"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Descrevem funcionalidades, ações e comportamentos que o usuário poderá realizar.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82880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usuário deverá conseguir se cadastrar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487168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487168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usuário deverá conseguir realizar login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145536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145536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sistema deverá permitir agendar um horário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803904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803904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usuário deverá conseguir adicionar produtos ao carrinho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4462272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4462272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sistema deverá enviar um e-mail de confirmação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5120640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512064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usuário deverá conseguir buscar por produtos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Funcionais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o sistema deve se comportar?"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Descrevem qualidades: desempenho, segurança, usabilidade, disponibilidade.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82880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site deverá carregar em até 3 segundos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487168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487168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sistema deverá ser responsivo (celular e desktop)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145536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145536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senha deverá ser armazenada de forma criptografada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803904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803904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site deverá seguir critérios básicos de acessibilidade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4462272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4462272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aplicação deverá suportar 100 usuários simultâneos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5120640"/>
            <a:ext cx="6858000" cy="530352"/>
          </a:xfrm>
          <a:prstGeom prst="roundRect">
            <a:avLst>
              <a:gd name="adj" fmla="val 1034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512064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interface deverá ser intuitiva e fácil de usar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Funcionais x Não funcionais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jeito de diferenciar: o que x como.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(o quê)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7373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FUNCIONAL (como)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deverá conseguir agendar um horário.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C4A5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23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agendamento deverá ser confirmado em até 2 segundos.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576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deverá conseguir buscar produtos.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3657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C4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6576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deverá funcionar bem no celular.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8920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deverá permitir login.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8920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C4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8920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deverá ficar protegida (criptografia).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técnicos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 o que o sistema será construído?"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594360"/>
          </a:xfrm>
          <a:prstGeom prst="rect">
            <a:avLst/>
          </a:prstGeom>
          <a:solidFill>
            <a:srgbClr val="2E3A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HTML, CSS, JavaScript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Frameworks (React, etc.)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Banco de dados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37360"/>
            <a:ext cx="352044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7373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 domínio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Onde o site ficará hospedado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Domínio próprio ou subdomínio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737360"/>
            <a:ext cx="352044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7373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Navegadores suportados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Dispositivos (celular, tablet, PC)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6634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requisitos são definidos junto com a Aula 6 (Domínio, hospedagem e tecnologias) — aqui já começamos a identificar as primeiras pistas.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aplicação para academia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520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horários de aula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461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agendamento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Cadastrar-se como aluno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371600"/>
            <a:ext cx="352044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3716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funcional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6280" y="228600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 bem no celular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32461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2461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rapidamente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42062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2062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37160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371600"/>
            <a:ext cx="3520440" cy="685800"/>
          </a:xfrm>
          <a:prstGeom prst="rect">
            <a:avLst/>
          </a:prstGeom>
          <a:solidFill>
            <a:srgbClr val="2E3A6E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3716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0" y="228600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286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32461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2461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própria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2062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2062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Compatível com Chrome/Safari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levantamento de requisitos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descobrir o que a aplicação realmente precisa fazer.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direta com o cliente.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011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4231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como o processo funciona hoje.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011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24231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para o público-alvo.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 em grupo.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429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documentos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3977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que o cliente já possui.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429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38160" y="3977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da concorrência (Aula 3).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 com o cliente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mais comum — e a que já praticamos no briefing da Aula 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perguntas para levantar requisitos: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3230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32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usuário precisa conseguir fazer no site?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540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54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9535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algum processo que hoje é manual e poderia ser automatizado?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758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75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57530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pode faltar na primeira versão?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97096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29768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1970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algum prazo ou limitação técnica?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91947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19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8188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administrar o conteúdo depois de pronto?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5412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541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5440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alguma integração necessária (pagamento, WhatsApp, mapas)?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Escrevendo um bom requisito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formato simples e muito usado: a User Story.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[tipo de usuário]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quero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[ação/funcionalidade]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[objetivo/benefício].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aplicado: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52628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</a:t>
            </a:r>
            <a:pPr indent="0" marL="0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 da academia,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quero </a:t>
            </a:r>
            <a:pPr indent="0" marL="0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os horários das aulas pelo celular,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</a:t>
            </a:r>
            <a:pPr indent="0" marL="0">
              <a:lnSpc>
                <a:spcPct val="150000"/>
              </a:lnSpc>
              <a:buNone/>
            </a:pPr>
            <a:r>
              <a:rPr lang="en-US" sz="16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precisar ligar para a academia toda vez.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 escrito x mal escrito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8B2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 ESCRITO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28016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0" y="128016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BEM ESCRITO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site tem que ser bom."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deverá conseguir encontrar qualquer produto em até 3 cliques."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004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"Precisa ter contato."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2004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deverá conseguir enviar uma mensagem pelo formulário de contato."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348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 que carregar rápido."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44348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43484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página inicial deverá carregar em até 3 segundos."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requisito é específico, mensurável e sem ambiguidade.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de requisitos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tudo pode ser feito ao mesmo tempo. A técnica MoSCoW ajuda a priorizar.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8B2E2E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1031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Essencial. Sem isso o projeto não funciona.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4320540" y="21031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05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6118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Importante, mas não bloqueia o lançamento.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3740" y="21031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37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Desejável, se houver tempo/recurso.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806940" y="210312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69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05256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361188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 por enquanto.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de requisitos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simples para organizar tudo o que foi levantado.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28016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20240" y="1828800"/>
            <a:ext cx="585216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8288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1828800"/>
            <a:ext cx="210312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828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75520" y="1828800"/>
            <a:ext cx="164592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RF01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20240" y="233172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3317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deverá conseguir se cadastrar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233172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75520" y="233172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331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834640"/>
            <a:ext cx="1280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34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RF02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920240" y="2834640"/>
            <a:ext cx="5852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8346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deverá conseguir agendar horário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0" y="2834640"/>
            <a:ext cx="210312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875520" y="2834640"/>
            <a:ext cx="164592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3375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37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RNF01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920240" y="333756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33375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deverá ser responsivo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0" y="333756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3337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funcional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875520" y="33375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3337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3840480"/>
            <a:ext cx="1280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840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RNF02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920240" y="3840480"/>
            <a:ext cx="5852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8404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deverá carregar em até 3s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0" y="3840480"/>
            <a:ext cx="210312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840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funcional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875520" y="3840480"/>
            <a:ext cx="164592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66960" y="3840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43434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RT01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920240" y="4343400"/>
            <a:ext cx="5852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43434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em HTML, CSS e JavaScript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772400" y="43434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0" y="4343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Técnico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875520" y="43434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53" name="Text 51"/>
          <p:cNvSpPr/>
          <p:nvPr/>
        </p:nvSpPr>
        <p:spPr>
          <a:xfrm>
            <a:off x="960120" y="50749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documento acompanha o projeto até o final da UC — cada requisito vira, mais tarde, uma parte do protótipo e do código.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requisito ao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bem escrito já aponta o caminho para a implementação.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Requisito: "O usuário deverá conseguir buscar por produtos."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43200"/>
            <a:ext cx="109728" cy="173736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4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busca (&lt;input type="search"&gt;) e botão.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743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743200"/>
            <a:ext cx="109728" cy="173736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D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Estilizar o campo e posicioná-lo no cabeçalho.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743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743200"/>
            <a:ext cx="109728" cy="1737360"/>
          </a:xfrm>
          <a:prstGeom prst="rect">
            <a:avLst/>
          </a:prstGeom>
          <a:solidFill>
            <a:srgbClr val="D6A6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33375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os resultados enquanto o usuário digita.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217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873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4873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4873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type="search"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placeholder="Buscar produtos..."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onkeyup=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"filtrarProdutos()"&gt;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prática: levantando requisitos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a vez do grupo transformar o briefing e a análise de mercado em requisitos.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134874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487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requisitos funcionais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0632" y="210312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3479292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479292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07792" y="31546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requisitos não funcionais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01184" y="210312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09844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609844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38344" y="31546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requisitos técnicos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31736" y="210312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2E3A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40396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40396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68896" y="31546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como User Stories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62288" y="210312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9870948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87094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99448" y="31546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(MoSCoW)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projeto que vocês vêm desenvolvendo desde a Aula 1.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a tabela de requisitos do projeto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com pelo menos 3 requisitos de cada tipo.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28800" y="1828800"/>
            <a:ext cx="612648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288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(User Story)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0" y="1828800"/>
            <a:ext cx="201168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966960" y="1828800"/>
            <a:ext cx="155448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0" y="1828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118872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331720"/>
            <a:ext cx="6126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331720"/>
            <a:ext cx="20116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6960" y="2331720"/>
            <a:ext cx="1554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98648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898648"/>
            <a:ext cx="6126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289864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2898648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65576"/>
            <a:ext cx="118872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3465576"/>
            <a:ext cx="6126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3465576"/>
            <a:ext cx="20116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3465576"/>
            <a:ext cx="1554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032504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4032504"/>
            <a:ext cx="6126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403250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4032504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599432"/>
            <a:ext cx="118872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4599432"/>
            <a:ext cx="6126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4599432"/>
            <a:ext cx="20116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66960" y="4599432"/>
            <a:ext cx="1554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166360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5166360"/>
            <a:ext cx="6126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516636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5166360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733288"/>
            <a:ext cx="118872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5733288"/>
            <a:ext cx="6126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5733288"/>
            <a:ext cx="20116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6960" y="5733288"/>
            <a:ext cx="1554480" cy="566928"/>
          </a:xfrm>
          <a:prstGeom prst="rect">
            <a:avLst/>
          </a:prstGeom>
          <a:solidFill>
            <a:srgbClr val="F7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desafio de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requisito "Must have" e implemente a estrutura básica em HTML.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Requisito: "O usuário deverá conseguir enviar uma mensagem de contato."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3017520"/>
          </a:xfrm>
          <a:prstGeom prst="roundRect">
            <a:avLst>
              <a:gd name="adj" fmla="val 2424"/>
            </a:avLst>
          </a:prstGeom>
          <a:solidFill>
            <a:srgbClr val="12172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907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2907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2907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10332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Nome: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type="text" required&gt;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Mensagem: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&lt;textarea&gt;&lt;/textarea&gt;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type="submit"&gt;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Enviar&lt;/button&gt;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9436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→ HTML → (na próxima aula) protótipo visual completo.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Listamos requisitos funcionais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Listamos requisitos não funcionais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Listamos requisitos técnicos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 como User Stories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Priorizamos com MoSCoW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Montamos a tabela de requisitos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um mini exemplo em HTML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1792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Relacionamos requisitos ao briefing e à análise de mercado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requisito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técnicos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levantamento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(MoSCoW)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principal: transformar "o cliente precisa de alguma coisa" em "a aplicação deverá fazer X."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Informação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organizar tudo o que foi levantado nos requisitos em uma estrutura clara: mapa do site, hierarquia de páginas e fluxos de navegação.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896112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937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"Cada requisito precisa de um lugar na estrutura do site."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2026-09-02T08:44:19Z</dcterms:created>
  <dcterms:modified xsi:type="dcterms:W3CDTF">2026-09-02T08:44:19Z</dcterms:modified>
</cp:coreProperties>
</file>